
<file path=[Content_Types].xml><?xml version="1.0" encoding="utf-8"?>
<Types xmlns="http://schemas.openxmlformats.org/package/2006/content-types">
  <Default Extension="png" ContentType="image/png"/>
  <Default Extension="jpeg" ContentType="image/jpeg"/>
  <Default Extension="JPG" ContentType="image/.jp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7"/>
  </p:handoutMasterIdLst>
  <p:sldIdLst>
    <p:sldId id="257" r:id="rId3"/>
    <p:sldId id="1131" r:id="rId5"/>
    <p:sldId id="1132" r:id="rId6"/>
    <p:sldId id="1133" r:id="rId7"/>
    <p:sldId id="1134" r:id="rId8"/>
    <p:sldId id="1135" r:id="rId9"/>
    <p:sldId id="1136" r:id="rId10"/>
    <p:sldId id="1137" r:id="rId11"/>
    <p:sldId id="1138" r:id="rId12"/>
    <p:sldId id="1139" r:id="rId13"/>
    <p:sldId id="1140" r:id="rId14"/>
    <p:sldId id="1141" r:id="rId15"/>
    <p:sldId id="1142" r:id="rId16"/>
    <p:sldId id="1143" r:id="rId17"/>
    <p:sldId id="1144" r:id="rId18"/>
    <p:sldId id="1145" r:id="rId19"/>
    <p:sldId id="1146" r:id="rId20"/>
    <p:sldId id="1147" r:id="rId21"/>
    <p:sldId id="1148" r:id="rId22"/>
    <p:sldId id="1149" r:id="rId23"/>
    <p:sldId id="1150" r:id="rId24"/>
    <p:sldId id="1151" r:id="rId25"/>
    <p:sldId id="1203" r:id="rId26"/>
    <p:sldId id="1152" r:id="rId27"/>
    <p:sldId id="1153" r:id="rId28"/>
    <p:sldId id="1154" r:id="rId29"/>
    <p:sldId id="1155" r:id="rId30"/>
    <p:sldId id="1156" r:id="rId31"/>
    <p:sldId id="1157" r:id="rId32"/>
    <p:sldId id="1158" r:id="rId33"/>
    <p:sldId id="1159" r:id="rId34"/>
    <p:sldId id="1160" r:id="rId35"/>
    <p:sldId id="1161" r:id="rId36"/>
    <p:sldId id="1162" r:id="rId37"/>
    <p:sldId id="1163" r:id="rId38"/>
    <p:sldId id="1164" r:id="rId39"/>
    <p:sldId id="1165" r:id="rId40"/>
    <p:sldId id="1166" r:id="rId41"/>
    <p:sldId id="1167" r:id="rId42"/>
    <p:sldId id="1168" r:id="rId43"/>
    <p:sldId id="1169" r:id="rId44"/>
    <p:sldId id="1170" r:id="rId45"/>
    <p:sldId id="1171" r:id="rId46"/>
    <p:sldId id="1172" r:id="rId47"/>
    <p:sldId id="1173" r:id="rId48"/>
    <p:sldId id="1174" r:id="rId49"/>
    <p:sldId id="1175" r:id="rId50"/>
    <p:sldId id="1176" r:id="rId51"/>
    <p:sldId id="1177" r:id="rId52"/>
    <p:sldId id="1178" r:id="rId53"/>
    <p:sldId id="1179" r:id="rId54"/>
    <p:sldId id="1180" r:id="rId55"/>
    <p:sldId id="1181" r:id="rId56"/>
    <p:sldId id="1182" r:id="rId57"/>
    <p:sldId id="1183" r:id="rId58"/>
    <p:sldId id="1184" r:id="rId59"/>
    <p:sldId id="1185" r:id="rId60"/>
    <p:sldId id="1186" r:id="rId61"/>
    <p:sldId id="1187" r:id="rId62"/>
    <p:sldId id="1188" r:id="rId63"/>
    <p:sldId id="1189" r:id="rId64"/>
    <p:sldId id="1190" r:id="rId65"/>
    <p:sldId id="1192" r:id="rId66"/>
    <p:sldId id="1193" r:id="rId67"/>
    <p:sldId id="1194" r:id="rId68"/>
    <p:sldId id="1195" r:id="rId69"/>
    <p:sldId id="1196" r:id="rId70"/>
    <p:sldId id="1197" r:id="rId71"/>
    <p:sldId id="1201" r:id="rId72"/>
    <p:sldId id="1202" r:id="rId73"/>
    <p:sldId id="1198" r:id="rId74"/>
    <p:sldId id="1199" r:id="rId75"/>
    <p:sldId id="1200" r:id="rId76"/>
  </p:sldIdLst>
  <p:sldSz cx="12192000" cy="6858000"/>
  <p:notesSz cx="6797675" cy="9928225"/>
  <p:custDataLst>
    <p:tags r:id="rId82"/>
  </p:custDataLst>
  <p:defaultTextStyle>
    <a:defPPr>
      <a:defRPr lang="zh-CN"/>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5pPr>
    <a:lvl6pPr marL="2286000" lvl="5"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6pPr>
    <a:lvl7pPr marL="2743200" lvl="6"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7pPr>
    <a:lvl8pPr marL="3200400" lvl="7"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8pPr>
    <a:lvl9pPr marL="3657600" lvl="8"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200" userDrawn="1">
          <p15:clr>
            <a:srgbClr val="A4A3A4"/>
          </p15:clr>
        </p15:guide>
        <p15:guide id="2" pos="3777"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NOVO" initials="L"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9"/>
    <p:restoredTop sz="83876"/>
  </p:normalViewPr>
  <p:slideViewPr>
    <p:cSldViewPr snapToObjects="1" showGuides="1">
      <p:cViewPr varScale="1">
        <p:scale>
          <a:sx n="80" d="100"/>
          <a:sy n="80" d="100"/>
        </p:scale>
        <p:origin x="1192" y="32"/>
      </p:cViewPr>
      <p:guideLst>
        <p:guide orient="horz" pos="2200"/>
        <p:guide pos="3777"/>
      </p:guideLst>
    </p:cSldViewPr>
  </p:slideViewPr>
  <p:notesTextViewPr>
    <p:cViewPr>
      <p:scale>
        <a:sx n="100" d="100"/>
        <a:sy n="100" d="100"/>
      </p:scale>
      <p:origin x="0" y="0"/>
    </p:cViewPr>
  </p:notesTextViewPr>
  <p:sorterViewPr showFormatting="0">
    <p:cViewPr>
      <p:scale>
        <a:sx n="100" d="100"/>
        <a:sy n="100" d="100"/>
      </p:scale>
      <p:origin x="0" y="20772"/>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2" Type="http://schemas.openxmlformats.org/officeDocument/2006/relationships/tags" Target="tags/tag1.xml"/><Relationship Id="rId81" Type="http://schemas.openxmlformats.org/officeDocument/2006/relationships/commentAuthors" Target="commentAuthors.xml"/><Relationship Id="rId80" Type="http://schemas.openxmlformats.org/officeDocument/2006/relationships/tableStyles" Target="tableStyles.xml"/><Relationship Id="rId8" Type="http://schemas.openxmlformats.org/officeDocument/2006/relationships/slide" Target="slides/slide5.xml"/><Relationship Id="rId79" Type="http://schemas.openxmlformats.org/officeDocument/2006/relationships/viewProps" Target="viewProps.xml"/><Relationship Id="rId78" Type="http://schemas.openxmlformats.org/officeDocument/2006/relationships/presProps" Target="presProps.xml"/><Relationship Id="rId77" Type="http://schemas.openxmlformats.org/officeDocument/2006/relationships/handoutMaster" Target="handoutMasters/handoutMaster1.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19748" cy="540857"/>
          </a:xfrm>
          <a:prstGeom prst="rect">
            <a:avLst/>
          </a:prstGeom>
        </p:spPr>
        <p:txBody>
          <a:bodyPr vert="horz" lIns="91440" tIns="45720" rIns="91440" bIns="45720" rtlCol="0"/>
          <a:lstStyle>
            <a:lvl1pPr algn="l">
              <a:defRPr sz="1180"/>
            </a:lvl1pPr>
          </a:lstStyle>
          <a:p>
            <a:endParaRPr lang="zh-CN" altLang="en-US"/>
          </a:p>
        </p:txBody>
      </p:sp>
      <p:sp>
        <p:nvSpPr>
          <p:cNvPr id="3" name="日期占位符 2"/>
          <p:cNvSpPr>
            <a:spLocks noGrp="1"/>
          </p:cNvSpPr>
          <p:nvPr>
            <p:ph type="dt" sz="quarter" idx="1"/>
          </p:nvPr>
        </p:nvSpPr>
        <p:spPr>
          <a:xfrm>
            <a:off x="3816573" y="0"/>
            <a:ext cx="2919748" cy="540857"/>
          </a:xfrm>
          <a:prstGeom prst="rect">
            <a:avLst/>
          </a:prstGeom>
        </p:spPr>
        <p:txBody>
          <a:bodyPr vert="horz" lIns="91440" tIns="45720" rIns="91440" bIns="45720" rtlCol="0"/>
          <a:lstStyle>
            <a:lvl1pPr algn="r">
              <a:defRPr sz="118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10238852"/>
            <a:ext cx="2919748" cy="540856"/>
          </a:xfrm>
          <a:prstGeom prst="rect">
            <a:avLst/>
          </a:prstGeom>
        </p:spPr>
        <p:txBody>
          <a:bodyPr vert="horz" lIns="91440" tIns="45720" rIns="91440" bIns="45720" rtlCol="0" anchor="b"/>
          <a:lstStyle>
            <a:lvl1pPr algn="l">
              <a:defRPr sz="1180"/>
            </a:lvl1pPr>
          </a:lstStyle>
          <a:p>
            <a:endParaRPr lang="zh-CN" altLang="en-US"/>
          </a:p>
        </p:txBody>
      </p:sp>
      <p:sp>
        <p:nvSpPr>
          <p:cNvPr id="5" name="灯片编号占位符 4"/>
          <p:cNvSpPr>
            <a:spLocks noGrp="1"/>
          </p:cNvSpPr>
          <p:nvPr>
            <p:ph type="sldNum" sz="quarter" idx="3"/>
          </p:nvPr>
        </p:nvSpPr>
        <p:spPr>
          <a:xfrm>
            <a:off x="3816573" y="10238852"/>
            <a:ext cx="2919748" cy="540856"/>
          </a:xfrm>
          <a:prstGeom prst="rect">
            <a:avLst/>
          </a:prstGeom>
        </p:spPr>
        <p:txBody>
          <a:bodyPr vert="horz" lIns="91440" tIns="45720" rIns="91440" bIns="45720" rtlCol="0" anchor="b"/>
          <a:lstStyle>
            <a:lvl1pPr algn="r">
              <a:defRPr sz="118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2944813" cy="495300"/>
          </a:xfrm>
          <a:prstGeom prst="rect">
            <a:avLst/>
          </a:prstGeom>
          <a:noFill/>
          <a:ln w="9525">
            <a:noFill/>
            <a:miter lim="800000"/>
          </a:ln>
          <a:effectLst/>
        </p:spPr>
        <p:txBody>
          <a:bodyPr vert="horz" wrap="square" lIns="90965" tIns="45482" rIns="90965" bIns="45482" numCol="1" anchor="t" anchorCtr="0" compatLnSpc="1"/>
          <a:lstStyle>
            <a:lvl1pPr eaLnBrk="0" hangingPunct="0">
              <a:buFont typeface="Arial" panose="020B0604020202020204" pitchFamily="34" charset="0"/>
              <a:buNone/>
              <a:defRPr sz="1200"/>
            </a:lvl1pPr>
          </a:lstStyle>
          <a:p>
            <a:pPr marL="0" marR="0" lvl="0" indent="0" algn="l" defTabSz="914400" rtl="0" eaLnBrk="0" fontAlgn="base" latinLnBrk="0" hangingPunct="0">
              <a:lnSpc>
                <a:spcPct val="100000"/>
              </a:lnSpc>
              <a:spcBef>
                <a:spcPct val="0"/>
              </a:spcBef>
              <a:spcAft>
                <a:spcPct val="0"/>
              </a:spcAft>
              <a:buClrTx/>
              <a:buSzTx/>
              <a:buFont typeface="Arial" panose="020B0604020202020204" pitchFamily="34" charset="0"/>
              <a:buNone/>
              <a:defRPr/>
            </a:pP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2051" name="Rectangle 3"/>
          <p:cNvSpPr>
            <a:spLocks noGrp="1" noChangeArrowheads="1"/>
          </p:cNvSpPr>
          <p:nvPr>
            <p:ph type="dt" idx="1"/>
          </p:nvPr>
        </p:nvSpPr>
        <p:spPr bwMode="auto">
          <a:xfrm>
            <a:off x="3849688" y="0"/>
            <a:ext cx="2946400" cy="495300"/>
          </a:xfrm>
          <a:prstGeom prst="rect">
            <a:avLst/>
          </a:prstGeom>
          <a:noFill/>
          <a:ln w="9525">
            <a:noFill/>
            <a:miter lim="800000"/>
          </a:ln>
          <a:effectLst/>
        </p:spPr>
        <p:txBody>
          <a:bodyPr vert="horz" wrap="square" lIns="90965" tIns="45482" rIns="90965" bIns="45482" numCol="1" anchor="t" anchorCtr="0" compatLnSpc="1"/>
          <a:lstStyle>
            <a:lvl1pPr algn="r" eaLnBrk="0" hangingPunct="0">
              <a:buFont typeface="Arial" panose="020B0604020202020204" pitchFamily="34" charset="0"/>
              <a:buNone/>
              <a:defRPr sz="1200"/>
            </a:lvl1pPr>
          </a:lstStyle>
          <a:p>
            <a:pPr marL="0" marR="0" lvl="0" indent="0" algn="r" defTabSz="914400" rtl="0" eaLnBrk="0" fontAlgn="base" latinLnBrk="0" hangingPunct="0">
              <a:lnSpc>
                <a:spcPct val="100000"/>
              </a:lnSpc>
              <a:spcBef>
                <a:spcPct val="0"/>
              </a:spcBef>
              <a:spcAft>
                <a:spcPct val="0"/>
              </a:spcAft>
              <a:buClrTx/>
              <a:buSzTx/>
              <a:buFont typeface="Arial" panose="020B0604020202020204" pitchFamily="34" charset="0"/>
              <a:buNone/>
              <a:defRPr/>
            </a:pPr>
            <a:fld id="{E6B58727-90B7-4D21-8D77-D5532243BC06}" type="datetimeFigureOut">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6148" name="Rectangle 4"/>
          <p:cNvSpPr>
            <a:spLocks noGrp="1" noRot="1" noChangeAspect="1"/>
          </p:cNvSpPr>
          <p:nvPr>
            <p:ph type="sldImg"/>
          </p:nvPr>
        </p:nvSpPr>
        <p:spPr>
          <a:xfrm>
            <a:off x="90488" y="744538"/>
            <a:ext cx="6615112" cy="3722687"/>
          </a:xfrm>
          <a:prstGeom prst="rect">
            <a:avLst/>
          </a:prstGeom>
          <a:noFill/>
          <a:ln w="9525">
            <a:noFill/>
          </a:ln>
        </p:spPr>
      </p:sp>
      <p:sp>
        <p:nvSpPr>
          <p:cNvPr id="2053" name="Rectangle 5"/>
          <p:cNvSpPr>
            <a:spLocks noGrp="1" noChangeArrowheads="1"/>
          </p:cNvSpPr>
          <p:nvPr>
            <p:ph type="body" sz="quarter" idx="3"/>
          </p:nvPr>
        </p:nvSpPr>
        <p:spPr bwMode="auto">
          <a:xfrm>
            <a:off x="679450" y="4716463"/>
            <a:ext cx="5437188" cy="4465638"/>
          </a:xfrm>
          <a:prstGeom prst="rect">
            <a:avLst/>
          </a:prstGeom>
          <a:noFill/>
          <a:ln w="9525">
            <a:noFill/>
            <a:miter lim="800000"/>
          </a:ln>
          <a:effectLst/>
        </p:spPr>
        <p:txBody>
          <a:bodyPr vert="horz" wrap="square" lIns="90965" tIns="45482" rIns="90965" bIns="45482" numCol="1" anchor="ctr"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单击此处编辑母版文本样式</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第二级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第三级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第四级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第五级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p:txBody>
      </p:sp>
      <p:sp>
        <p:nvSpPr>
          <p:cNvPr id="2054" name="Rectangle 6"/>
          <p:cNvSpPr>
            <a:spLocks noGrp="1" noChangeArrowheads="1"/>
          </p:cNvSpPr>
          <p:nvPr>
            <p:ph type="ftr" sz="quarter" idx="4"/>
          </p:nvPr>
        </p:nvSpPr>
        <p:spPr bwMode="auto">
          <a:xfrm>
            <a:off x="0" y="9429750"/>
            <a:ext cx="2944813" cy="496888"/>
          </a:xfrm>
          <a:prstGeom prst="rect">
            <a:avLst/>
          </a:prstGeom>
          <a:noFill/>
          <a:ln w="9525">
            <a:noFill/>
            <a:miter lim="800000"/>
          </a:ln>
          <a:effectLst/>
        </p:spPr>
        <p:txBody>
          <a:bodyPr vert="horz" wrap="square" lIns="90965" tIns="45482" rIns="90965" bIns="45482" numCol="1" anchor="b" anchorCtr="0" compatLnSpc="1"/>
          <a:lstStyle>
            <a:lvl1pPr eaLnBrk="0" hangingPunct="0">
              <a:buFont typeface="Arial" panose="020B0604020202020204" pitchFamily="34" charset="0"/>
              <a:buNone/>
              <a:defRPr sz="1200"/>
            </a:lvl1pPr>
          </a:lstStyle>
          <a:p>
            <a:pPr marL="0" marR="0" lvl="0" indent="0" algn="l" defTabSz="914400" rtl="0" eaLnBrk="0" fontAlgn="base" latinLnBrk="0" hangingPunct="0">
              <a:lnSpc>
                <a:spcPct val="100000"/>
              </a:lnSpc>
              <a:spcBef>
                <a:spcPct val="0"/>
              </a:spcBef>
              <a:spcAft>
                <a:spcPct val="0"/>
              </a:spcAft>
              <a:buClrTx/>
              <a:buSzTx/>
              <a:buFont typeface="Arial" panose="020B0604020202020204" pitchFamily="34" charset="0"/>
              <a:buNone/>
              <a:defRPr/>
            </a:pPr>
            <a:endParaRPr kumimoji="0" 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2055" name="Rectangle 7"/>
          <p:cNvSpPr>
            <a:spLocks noGrp="1" noChangeArrowheads="1"/>
          </p:cNvSpPr>
          <p:nvPr>
            <p:ph type="sldNum" sz="quarter" idx="5"/>
          </p:nvPr>
        </p:nvSpPr>
        <p:spPr bwMode="auto">
          <a:xfrm>
            <a:off x="3849688" y="9429750"/>
            <a:ext cx="2946400" cy="496888"/>
          </a:xfrm>
          <a:prstGeom prst="rect">
            <a:avLst/>
          </a:prstGeom>
          <a:noFill/>
          <a:ln w="9525">
            <a:noFill/>
            <a:miter lim="800000"/>
          </a:ln>
          <a:effectLst/>
        </p:spPr>
        <p:txBody>
          <a:bodyPr vert="horz" wrap="square" lIns="90965" tIns="45482" rIns="90965" bIns="45482" numCol="1" anchor="b" anchorCtr="0" compatLnSpc="1"/>
          <a:lstStyle/>
          <a:p>
            <a:pPr lvl="0" algn="r" fontAlgn="base">
              <a:buNone/>
            </a:pPr>
            <a:fld id="{9A0DB2DC-4C9A-4742-B13C-FB6460FD3503}" type="slidenum">
              <a:rPr lang="zh-CN" altLang="en-US" sz="1200" strike="noStrike" noProof="1" dirty="0">
                <a:latin typeface="Arial" panose="020B0604020202020204" pitchFamily="34" charset="0"/>
                <a:ea typeface="宋体" panose="02010600030101010101" pitchFamily="2" charset="-122"/>
                <a:cs typeface="+mn-cs"/>
              </a:rPr>
            </a:fld>
            <a:endParaRPr lang="zh-CN" altLang="en-US" sz="1200" strike="noStrike" noProof="1"/>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B90CD01-B42F-E143-AB84-B51A5BBA36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0242" name="Rectangle 2"/>
          <p:cNvSpPr>
            <a:spLocks noGrp="1" noRot="1" noChangeAspect="1" noChangeArrowheads="1" noTextEdit="1"/>
          </p:cNvSpPr>
          <p:nvPr>
            <p:ph type="sldImg"/>
          </p:nvPr>
        </p:nvSpPr>
        <p:spPr>
          <a:xfrm>
            <a:off x="90488" y="747713"/>
            <a:ext cx="6651625" cy="3741737"/>
          </a:xfrm>
        </p:spPr>
      </p:sp>
      <p:sp>
        <p:nvSpPr>
          <p:cNvPr id="1024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B90CD01-B42F-E143-AB84-B51A5BBA36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0242" name="Rectangle 2"/>
          <p:cNvSpPr>
            <a:spLocks noGrp="1" noRot="1" noChangeAspect="1" noChangeArrowheads="1" noTextEdit="1"/>
          </p:cNvSpPr>
          <p:nvPr>
            <p:ph type="sldImg"/>
          </p:nvPr>
        </p:nvSpPr>
        <p:spPr>
          <a:xfrm>
            <a:off x="90488" y="747713"/>
            <a:ext cx="6651625" cy="3741737"/>
          </a:xfrm>
        </p:spPr>
      </p:sp>
      <p:sp>
        <p:nvSpPr>
          <p:cNvPr id="1024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02BFEA90-F392-2745-819C-CFEC7499DB5C}"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8914" name="Rectangle 2"/>
          <p:cNvSpPr>
            <a:spLocks noGrp="1" noRot="1" noChangeAspect="1" noChangeArrowheads="1" noTextEdit="1"/>
          </p:cNvSpPr>
          <p:nvPr>
            <p:ph type="sldImg"/>
          </p:nvPr>
        </p:nvSpPr>
        <p:spPr>
          <a:xfrm>
            <a:off x="90488" y="747713"/>
            <a:ext cx="6651625" cy="3741737"/>
          </a:xfrm>
        </p:spPr>
      </p:sp>
      <p:sp>
        <p:nvSpPr>
          <p:cNvPr id="3891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977D2DA-986C-0548-B0F4-11C6DE906775}"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40962" name="Rectangle 2"/>
          <p:cNvSpPr>
            <a:spLocks noGrp="1" noRot="1" noChangeAspect="1" noChangeArrowheads="1" noTextEdit="1"/>
          </p:cNvSpPr>
          <p:nvPr>
            <p:ph type="sldImg"/>
          </p:nvPr>
        </p:nvSpPr>
        <p:spPr>
          <a:xfrm>
            <a:off x="90488" y="747713"/>
            <a:ext cx="6651625" cy="3741737"/>
          </a:xfrm>
        </p:spPr>
      </p:sp>
      <p:sp>
        <p:nvSpPr>
          <p:cNvPr id="4096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977D2DA-986C-0548-B0F4-11C6DE906775}"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40962" name="Rectangle 2"/>
          <p:cNvSpPr>
            <a:spLocks noGrp="1" noRot="1" noChangeAspect="1" noChangeArrowheads="1" noTextEdit="1"/>
          </p:cNvSpPr>
          <p:nvPr>
            <p:ph type="sldImg"/>
          </p:nvPr>
        </p:nvSpPr>
        <p:spPr>
          <a:xfrm>
            <a:off x="90488" y="747713"/>
            <a:ext cx="6651625" cy="3741737"/>
          </a:xfrm>
        </p:spPr>
      </p:sp>
      <p:sp>
        <p:nvSpPr>
          <p:cNvPr id="4096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9E4FC85-3D68-3944-8AD5-1F5EEA04656D}"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43010" name="Rectangle 2"/>
          <p:cNvSpPr>
            <a:spLocks noGrp="1" noRot="1" noChangeAspect="1" noChangeArrowheads="1" noTextEdit="1"/>
          </p:cNvSpPr>
          <p:nvPr>
            <p:ph type="sldImg"/>
          </p:nvPr>
        </p:nvSpPr>
        <p:spPr>
          <a:xfrm>
            <a:off x="90488" y="747713"/>
            <a:ext cx="6651625" cy="3741737"/>
          </a:xfrm>
        </p:spPr>
      </p:sp>
      <p:sp>
        <p:nvSpPr>
          <p:cNvPr id="430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E2C88FFE-C727-654B-A3ED-6028DC9EF426}"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51202" name="Rectangle 2"/>
          <p:cNvSpPr>
            <a:spLocks noGrp="1" noRot="1" noChangeAspect="1" noChangeArrowheads="1" noTextEdit="1"/>
          </p:cNvSpPr>
          <p:nvPr>
            <p:ph type="sldImg"/>
          </p:nvPr>
        </p:nvSpPr>
        <p:spPr>
          <a:xfrm>
            <a:off x="90488" y="747713"/>
            <a:ext cx="6651625" cy="3741737"/>
          </a:xfrm>
        </p:spPr>
      </p:sp>
      <p:sp>
        <p:nvSpPr>
          <p:cNvPr id="5120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EF1F4B43-914A-B64C-A997-4AC1A10DF15B}"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55298" name="Rectangle 2"/>
          <p:cNvSpPr>
            <a:spLocks noGrp="1" noRot="1" noChangeAspect="1" noChangeArrowheads="1" noTextEdit="1"/>
          </p:cNvSpPr>
          <p:nvPr>
            <p:ph type="sldImg"/>
          </p:nvPr>
        </p:nvSpPr>
        <p:spPr>
          <a:xfrm>
            <a:off x="90488" y="747713"/>
            <a:ext cx="6651625" cy="3741737"/>
          </a:xfrm>
        </p:spPr>
      </p:sp>
      <p:sp>
        <p:nvSpPr>
          <p:cNvPr id="55299"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B90CD01-B42F-E143-AB84-B51A5BBA36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0242" name="Rectangle 2"/>
          <p:cNvSpPr>
            <a:spLocks noGrp="1" noRot="1" noChangeAspect="1" noChangeArrowheads="1" noTextEdit="1"/>
          </p:cNvSpPr>
          <p:nvPr>
            <p:ph type="sldImg"/>
          </p:nvPr>
        </p:nvSpPr>
        <p:spPr>
          <a:xfrm>
            <a:off x="90488" y="747713"/>
            <a:ext cx="6651625" cy="3741737"/>
          </a:xfrm>
        </p:spPr>
      </p:sp>
      <p:sp>
        <p:nvSpPr>
          <p:cNvPr id="1024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8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52F0DB57-AF7F-5849-B6CE-458E27CB15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65890" name="Rectangle 2"/>
          <p:cNvSpPr>
            <a:spLocks noGrp="1" noRot="1" noChangeAspect="1" noChangeArrowheads="1" noTextEdit="1"/>
          </p:cNvSpPr>
          <p:nvPr>
            <p:ph type="sldImg"/>
          </p:nvPr>
        </p:nvSpPr>
        <p:spPr>
          <a:xfrm>
            <a:off x="90488" y="747713"/>
            <a:ext cx="6651625" cy="3741737"/>
          </a:xfrm>
        </p:spPr>
      </p:sp>
      <p:sp>
        <p:nvSpPr>
          <p:cNvPr id="16589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6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680D36D4-18C2-EC44-8E27-BBCCC6FBAE34}"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86370" name="Rectangle 2"/>
          <p:cNvSpPr>
            <a:spLocks noGrp="1" noRot="1" noChangeAspect="1" noChangeArrowheads="1" noTextEdit="1"/>
          </p:cNvSpPr>
          <p:nvPr>
            <p:ph type="sldImg"/>
          </p:nvPr>
        </p:nvSpPr>
        <p:spPr>
          <a:xfrm>
            <a:off x="90488" y="747713"/>
            <a:ext cx="6651625" cy="3741737"/>
          </a:xfrm>
        </p:spPr>
      </p:sp>
      <p:sp>
        <p:nvSpPr>
          <p:cNvPr id="18637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5" name="幻灯片图像占位符 1"/>
          <p:cNvSpPr>
            <a:spLocks noGrp="1" noRot="1" noChangeAspect="1" noChangeArrowheads="1" noTextEdit="1"/>
          </p:cNvSpPr>
          <p:nvPr>
            <p:ph type="sldImg"/>
          </p:nvPr>
        </p:nvSpPr>
        <p:spPr>
          <a:xfrm>
            <a:off x="90488" y="747713"/>
            <a:ext cx="6651625" cy="3741737"/>
          </a:xfrm>
        </p:spPr>
      </p:sp>
      <p:sp>
        <p:nvSpPr>
          <p:cNvPr id="190466"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p>
        </p:txBody>
      </p:sp>
      <p:sp>
        <p:nvSpPr>
          <p:cNvPr id="190467"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8F676CF-8074-4148-A8E5-8C349A1A484B}" type="slidenum">
              <a:rPr lang="zh-CN" altLang="en-US" smtClean="0">
                <a:latin typeface="Arial" panose="020B0604020202020204" pitchFamily="34" charset="0"/>
              </a:rPr>
            </a:fld>
            <a:endParaRPr lang="en-US" altLang="zh-CN">
              <a:latin typeface="Arial" panose="020B060402020202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8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52F0DB57-AF7F-5849-B6CE-458E27CB15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65890" name="Rectangle 2"/>
          <p:cNvSpPr>
            <a:spLocks noGrp="1" noRot="1" noChangeAspect="1" noChangeArrowheads="1" noTextEdit="1"/>
          </p:cNvSpPr>
          <p:nvPr>
            <p:ph type="sldImg"/>
          </p:nvPr>
        </p:nvSpPr>
        <p:spPr>
          <a:xfrm>
            <a:off x="90488" y="747713"/>
            <a:ext cx="6651625" cy="3741737"/>
          </a:xfrm>
        </p:spPr>
      </p:sp>
      <p:sp>
        <p:nvSpPr>
          <p:cNvPr id="16589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3178F3CE-5D6A-9F47-9129-126A2FECB47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00706" name="Rectangle 2"/>
          <p:cNvSpPr>
            <a:spLocks noGrp="1" noRot="1" noChangeAspect="1" noChangeArrowheads="1" noTextEdit="1"/>
          </p:cNvSpPr>
          <p:nvPr>
            <p:ph type="sldImg"/>
          </p:nvPr>
        </p:nvSpPr>
        <p:spPr>
          <a:xfrm>
            <a:off x="90488" y="747713"/>
            <a:ext cx="6651625" cy="3741737"/>
          </a:xfrm>
        </p:spPr>
      </p:sp>
      <p:sp>
        <p:nvSpPr>
          <p:cNvPr id="20070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L0调用路径与L7系统集成回顾。以实际调用栈和最小失败输入检查，不能只按各模块单元测试通过推断全系统正确。</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B90CD01-B42F-E143-AB84-B51A5BBA36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0242" name="Rectangle 2"/>
          <p:cNvSpPr>
            <a:spLocks noGrp="1" noRot="1" noChangeAspect="1" noChangeArrowheads="1" noTextEdit="1"/>
          </p:cNvSpPr>
          <p:nvPr>
            <p:ph type="sldImg"/>
          </p:nvPr>
        </p:nvSpPr>
        <p:spPr>
          <a:xfrm>
            <a:off x="90488" y="747713"/>
            <a:ext cx="6651625" cy="3741737"/>
          </a:xfrm>
        </p:spPr>
      </p:sp>
      <p:sp>
        <p:nvSpPr>
          <p:cNvPr id="1024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C50D1865-BFD9-0844-BD90-BD127366D2FF}"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04802" name="Rectangle 2"/>
          <p:cNvSpPr>
            <a:spLocks noGrp="1" noRot="1" noChangeAspect="1" noChangeArrowheads="1" noTextEdit="1"/>
          </p:cNvSpPr>
          <p:nvPr>
            <p:ph type="sldImg"/>
          </p:nvPr>
        </p:nvSpPr>
        <p:spPr>
          <a:xfrm>
            <a:off x="90488" y="747713"/>
            <a:ext cx="6651625" cy="3741737"/>
          </a:xfrm>
        </p:spPr>
      </p:sp>
      <p:sp>
        <p:nvSpPr>
          <p:cNvPr id="20480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C50D1865-BFD9-0844-BD90-BD127366D2FF}"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04802" name="Rectangle 2"/>
          <p:cNvSpPr>
            <a:spLocks noGrp="1" noRot="1" noChangeAspect="1" noChangeArrowheads="1" noTextEdit="1"/>
          </p:cNvSpPr>
          <p:nvPr>
            <p:ph type="sldImg"/>
          </p:nvPr>
        </p:nvSpPr>
        <p:spPr>
          <a:xfrm>
            <a:off x="90488" y="747713"/>
            <a:ext cx="6651625" cy="3741737"/>
          </a:xfrm>
        </p:spPr>
      </p:sp>
      <p:sp>
        <p:nvSpPr>
          <p:cNvPr id="20480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993"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DD623A9C-BD39-2245-90EB-FAE892BDE4B3}"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12994" name="Rectangle 2"/>
          <p:cNvSpPr>
            <a:spLocks noGrp="1" noRot="1" noChangeAspect="1" noChangeArrowheads="1" noTextEdit="1"/>
          </p:cNvSpPr>
          <p:nvPr>
            <p:ph type="sldImg"/>
          </p:nvPr>
        </p:nvSpPr>
        <p:spPr>
          <a:xfrm>
            <a:off x="90488" y="747713"/>
            <a:ext cx="6651625" cy="3741737"/>
          </a:xfrm>
        </p:spPr>
      </p:sp>
      <p:sp>
        <p:nvSpPr>
          <p:cNvPr id="2129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C50D1865-BFD9-0844-BD90-BD127366D2FF}"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04802" name="Rectangle 2"/>
          <p:cNvSpPr>
            <a:spLocks noGrp="1" noRot="1" noChangeAspect="1" noChangeArrowheads="1" noTextEdit="1"/>
          </p:cNvSpPr>
          <p:nvPr>
            <p:ph type="sldImg"/>
          </p:nvPr>
        </p:nvSpPr>
        <p:spPr>
          <a:xfrm>
            <a:off x="90488" y="747713"/>
            <a:ext cx="6651625" cy="3741737"/>
          </a:xfrm>
        </p:spPr>
      </p:sp>
      <p:sp>
        <p:nvSpPr>
          <p:cNvPr id="20480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377"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8100029-582C-9D43-A4C0-4BE10548EBD2}"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29378" name="Rectangle 2"/>
          <p:cNvSpPr>
            <a:spLocks noGrp="1" noRot="1" noChangeAspect="1" noChangeArrowheads="1" noTextEdit="1"/>
          </p:cNvSpPr>
          <p:nvPr>
            <p:ph type="sldImg"/>
          </p:nvPr>
        </p:nvSpPr>
        <p:spPr>
          <a:xfrm>
            <a:off x="90488" y="747713"/>
            <a:ext cx="6651625" cy="3741737"/>
          </a:xfrm>
        </p:spPr>
      </p:sp>
      <p:sp>
        <p:nvSpPr>
          <p:cNvPr id="229379"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377"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8100029-582C-9D43-A4C0-4BE10548EBD2}"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29378" name="Rectangle 2"/>
          <p:cNvSpPr>
            <a:spLocks noGrp="1" noRot="1" noChangeAspect="1" noChangeArrowheads="1" noTextEdit="1"/>
          </p:cNvSpPr>
          <p:nvPr>
            <p:ph type="sldImg"/>
          </p:nvPr>
        </p:nvSpPr>
        <p:spPr>
          <a:xfrm>
            <a:off x="90488" y="747713"/>
            <a:ext cx="6651625" cy="3741737"/>
          </a:xfrm>
        </p:spPr>
      </p:sp>
      <p:sp>
        <p:nvSpPr>
          <p:cNvPr id="229379"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B90CD01-B42F-E143-AB84-B51A5BBA36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0242" name="Rectangle 2"/>
          <p:cNvSpPr>
            <a:spLocks noGrp="1" noRot="1" noChangeAspect="1" noChangeArrowheads="1" noTextEdit="1"/>
          </p:cNvSpPr>
          <p:nvPr>
            <p:ph type="sldImg"/>
          </p:nvPr>
        </p:nvSpPr>
        <p:spPr>
          <a:xfrm>
            <a:off x="90488" y="747713"/>
            <a:ext cx="6651625" cy="3741737"/>
          </a:xfrm>
        </p:spPr>
      </p:sp>
      <p:sp>
        <p:nvSpPr>
          <p:cNvPr id="1024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7"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4E2F5912-4C5C-5A4A-9A79-CC41C71516D6}"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65218" name="Rectangle 2"/>
          <p:cNvSpPr>
            <a:spLocks noGrp="1" noRot="1" noChangeAspect="1" noChangeArrowheads="1" noTextEdit="1"/>
          </p:cNvSpPr>
          <p:nvPr>
            <p:ph type="sldImg"/>
          </p:nvPr>
        </p:nvSpPr>
        <p:spPr>
          <a:xfrm>
            <a:off x="90488" y="747713"/>
            <a:ext cx="6651625" cy="3741737"/>
          </a:xfrm>
        </p:spPr>
      </p:sp>
      <p:sp>
        <p:nvSpPr>
          <p:cNvPr id="265219"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CC5DBC56-85B5-0F42-A574-02B8F60C125F}"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67266" name="Rectangle 2"/>
          <p:cNvSpPr>
            <a:spLocks noGrp="1" noRot="1" noChangeAspect="1" noChangeArrowheads="1" noTextEdit="1"/>
          </p:cNvSpPr>
          <p:nvPr>
            <p:ph type="sldImg"/>
          </p:nvPr>
        </p:nvSpPr>
        <p:spPr>
          <a:xfrm>
            <a:off x="90488" y="747713"/>
            <a:ext cx="6651625" cy="3741737"/>
          </a:xfrm>
        </p:spPr>
      </p:sp>
      <p:sp>
        <p:nvSpPr>
          <p:cNvPr id="26726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313"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C7E58220-09AC-E04F-8132-1D59B9A170BC}"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69314" name="Rectangle 2"/>
          <p:cNvSpPr>
            <a:spLocks noGrp="1" noRot="1" noChangeAspect="1" noChangeArrowheads="1" noTextEdit="1"/>
          </p:cNvSpPr>
          <p:nvPr>
            <p:ph type="sldImg"/>
          </p:nvPr>
        </p:nvSpPr>
        <p:spPr>
          <a:xfrm>
            <a:off x="90488" y="747713"/>
            <a:ext cx="6651625" cy="3741737"/>
          </a:xfrm>
        </p:spPr>
      </p:sp>
      <p:sp>
        <p:nvSpPr>
          <p:cNvPr id="26931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6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D5BD356A-2BCE-CC4F-8C3C-DB4C46F6473C}"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63170" name="Rectangle 2"/>
          <p:cNvSpPr>
            <a:spLocks noGrp="1" noRot="1" noChangeAspect="1" noChangeArrowheads="1" noTextEdit="1"/>
          </p:cNvSpPr>
          <p:nvPr>
            <p:ph type="sldImg"/>
          </p:nvPr>
        </p:nvSpPr>
        <p:spPr>
          <a:xfrm>
            <a:off x="90488" y="747713"/>
            <a:ext cx="6651625" cy="3741737"/>
          </a:xfrm>
        </p:spPr>
      </p:sp>
      <p:sp>
        <p:nvSpPr>
          <p:cNvPr id="26317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457"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D7386DB-6BE3-4448-ABCF-A48AEDAC13B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75458" name="Rectangle 2"/>
          <p:cNvSpPr>
            <a:spLocks noGrp="1" noRot="1" noChangeAspect="1" noChangeArrowheads="1" noTextEdit="1"/>
          </p:cNvSpPr>
          <p:nvPr>
            <p:ph type="sldImg"/>
          </p:nvPr>
        </p:nvSpPr>
        <p:spPr>
          <a:xfrm>
            <a:off x="90488" y="747713"/>
            <a:ext cx="6651625" cy="3741737"/>
          </a:xfrm>
        </p:spPr>
      </p:sp>
      <p:sp>
        <p:nvSpPr>
          <p:cNvPr id="275459"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40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EB997751-33F8-4344-8FF8-E837B197193A}"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73410" name="Rectangle 2"/>
          <p:cNvSpPr>
            <a:spLocks noGrp="1" noRot="1" noChangeAspect="1" noChangeArrowheads="1" noTextEdit="1"/>
          </p:cNvSpPr>
          <p:nvPr>
            <p:ph type="sldImg"/>
          </p:nvPr>
        </p:nvSpPr>
        <p:spPr>
          <a:xfrm>
            <a:off x="90488" y="747713"/>
            <a:ext cx="6651625" cy="3741737"/>
          </a:xfrm>
        </p:spPr>
      </p:sp>
      <p:sp>
        <p:nvSpPr>
          <p:cNvPr id="2734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6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D5BD356A-2BCE-CC4F-8C3C-DB4C46F6473C}"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63170" name="Rectangle 2"/>
          <p:cNvSpPr>
            <a:spLocks noGrp="1" noRot="1" noChangeAspect="1" noChangeArrowheads="1" noTextEdit="1"/>
          </p:cNvSpPr>
          <p:nvPr>
            <p:ph type="sldImg"/>
          </p:nvPr>
        </p:nvSpPr>
        <p:spPr>
          <a:xfrm>
            <a:off x="90488" y="747713"/>
            <a:ext cx="6651625" cy="3741737"/>
          </a:xfrm>
        </p:spPr>
      </p:sp>
      <p:sp>
        <p:nvSpPr>
          <p:cNvPr id="26317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553"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4837889-F4FC-614F-9340-101B48B7DD19}"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79554" name="Rectangle 2"/>
          <p:cNvSpPr>
            <a:spLocks noGrp="1" noRot="1" noChangeAspect="1" noChangeArrowheads="1" noTextEdit="1"/>
          </p:cNvSpPr>
          <p:nvPr>
            <p:ph type="sldImg"/>
          </p:nvPr>
        </p:nvSpPr>
        <p:spPr>
          <a:xfrm>
            <a:off x="90488" y="747713"/>
            <a:ext cx="6651625" cy="3741737"/>
          </a:xfrm>
        </p:spPr>
      </p:sp>
      <p:sp>
        <p:nvSpPr>
          <p:cNvPr id="27955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60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CBB726A-1073-2E4A-AE70-1FDB5DEBB2C3}"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81602" name="Rectangle 2"/>
          <p:cNvSpPr>
            <a:spLocks noGrp="1" noRot="1" noChangeAspect="1" noChangeArrowheads="1" noTextEdit="1"/>
          </p:cNvSpPr>
          <p:nvPr>
            <p:ph type="sldImg"/>
          </p:nvPr>
        </p:nvSpPr>
        <p:spPr>
          <a:xfrm>
            <a:off x="90488" y="747713"/>
            <a:ext cx="6651625" cy="3741737"/>
          </a:xfrm>
        </p:spPr>
      </p:sp>
      <p:sp>
        <p:nvSpPr>
          <p:cNvPr id="28160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64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5BD59CAF-6757-634D-9C29-695F37963ACA}"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83650" name="Rectangle 2"/>
          <p:cNvSpPr>
            <a:spLocks noGrp="1" noRot="1" noChangeAspect="1" noChangeArrowheads="1" noTextEdit="1"/>
          </p:cNvSpPr>
          <p:nvPr>
            <p:ph type="sldImg"/>
          </p:nvPr>
        </p:nvSpPr>
        <p:spPr>
          <a:xfrm>
            <a:off x="90488" y="747713"/>
            <a:ext cx="6651625" cy="3741737"/>
          </a:xfrm>
        </p:spPr>
      </p:sp>
      <p:sp>
        <p:nvSpPr>
          <p:cNvPr id="28365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5697"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C892E41-0429-DE4D-8BB9-BC22F0E154E1}"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85698" name="Rectangle 2"/>
          <p:cNvSpPr>
            <a:spLocks noGrp="1" noRot="1" noChangeAspect="1" noChangeArrowheads="1" noTextEdit="1"/>
          </p:cNvSpPr>
          <p:nvPr>
            <p:ph type="sldImg"/>
          </p:nvPr>
        </p:nvSpPr>
        <p:spPr>
          <a:xfrm>
            <a:off x="90488" y="747713"/>
            <a:ext cx="6651625" cy="3741737"/>
          </a:xfrm>
        </p:spPr>
      </p:sp>
      <p:sp>
        <p:nvSpPr>
          <p:cNvPr id="285699"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74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44B6AAB5-F3EF-FC4B-8D5F-780D8B5B2C9E}"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87746" name="Rectangle 2"/>
          <p:cNvSpPr>
            <a:spLocks noGrp="1" noRot="1" noChangeAspect="1" noChangeArrowheads="1" noTextEdit="1"/>
          </p:cNvSpPr>
          <p:nvPr>
            <p:ph type="sldImg"/>
          </p:nvPr>
        </p:nvSpPr>
        <p:spPr>
          <a:xfrm>
            <a:off x="90488" y="747713"/>
            <a:ext cx="6651625" cy="3741737"/>
          </a:xfrm>
        </p:spPr>
      </p:sp>
      <p:sp>
        <p:nvSpPr>
          <p:cNvPr id="2877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9793"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564D4093-D9A9-0049-A4B1-EFDF3716372B}"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89794" name="Rectangle 2"/>
          <p:cNvSpPr>
            <a:spLocks noGrp="1" noRot="1" noChangeAspect="1" noChangeArrowheads="1" noTextEdit="1"/>
          </p:cNvSpPr>
          <p:nvPr>
            <p:ph type="sldImg"/>
          </p:nvPr>
        </p:nvSpPr>
        <p:spPr>
          <a:xfrm>
            <a:off x="90488" y="747713"/>
            <a:ext cx="6651625" cy="3741737"/>
          </a:xfrm>
        </p:spPr>
      </p:sp>
      <p:sp>
        <p:nvSpPr>
          <p:cNvPr id="2897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8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7C76418-55A2-7542-874B-78A505BA6B5A}"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91842" name="Rectangle 2"/>
          <p:cNvSpPr>
            <a:spLocks noGrp="1" noRot="1" noChangeAspect="1" noChangeArrowheads="1" noTextEdit="1"/>
          </p:cNvSpPr>
          <p:nvPr>
            <p:ph type="sldImg"/>
          </p:nvPr>
        </p:nvSpPr>
        <p:spPr>
          <a:xfrm>
            <a:off x="90488" y="747713"/>
            <a:ext cx="6651625" cy="3741737"/>
          </a:xfrm>
        </p:spPr>
      </p:sp>
      <p:sp>
        <p:nvSpPr>
          <p:cNvPr id="29184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88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86947A4D-0ACE-054C-8614-A30B6EC7A4BB}"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93890" name="Rectangle 2"/>
          <p:cNvSpPr>
            <a:spLocks noGrp="1" noRot="1" noChangeAspect="1" noChangeArrowheads="1" noTextEdit="1"/>
          </p:cNvSpPr>
          <p:nvPr>
            <p:ph type="sldImg"/>
          </p:nvPr>
        </p:nvSpPr>
        <p:spPr>
          <a:xfrm>
            <a:off x="90488" y="747713"/>
            <a:ext cx="6651625" cy="3741737"/>
          </a:xfrm>
        </p:spPr>
      </p:sp>
      <p:sp>
        <p:nvSpPr>
          <p:cNvPr id="29389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9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ABE71997-45F0-6F4A-9170-6269394E97C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297986" name="Rectangle 2"/>
          <p:cNvSpPr>
            <a:spLocks noGrp="1" noRot="1" noChangeAspect="1" noChangeArrowheads="1" noTextEdit="1"/>
          </p:cNvSpPr>
          <p:nvPr>
            <p:ph type="sldImg"/>
          </p:nvPr>
        </p:nvSpPr>
        <p:spPr>
          <a:xfrm>
            <a:off x="90488" y="747713"/>
            <a:ext cx="6651625" cy="3741737"/>
          </a:xfrm>
        </p:spPr>
      </p:sp>
      <p:sp>
        <p:nvSpPr>
          <p:cNvPr id="2979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033"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37278E79-6E03-A947-A7D1-A05C1E9B9588}"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00034" name="Rectangle 2"/>
          <p:cNvSpPr>
            <a:spLocks noGrp="1" noRot="1" noChangeAspect="1" noChangeArrowheads="1" noTextEdit="1"/>
          </p:cNvSpPr>
          <p:nvPr>
            <p:ph type="sldImg"/>
          </p:nvPr>
        </p:nvSpPr>
        <p:spPr>
          <a:xfrm>
            <a:off x="90488" y="747713"/>
            <a:ext cx="6651625" cy="3741737"/>
          </a:xfrm>
        </p:spPr>
      </p:sp>
      <p:sp>
        <p:nvSpPr>
          <p:cNvPr id="30003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08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F1BF0F3-8FB2-714E-B71A-CDDF02095876}"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02082" name="Rectangle 2"/>
          <p:cNvSpPr>
            <a:spLocks noGrp="1" noRot="1" noChangeAspect="1" noChangeArrowheads="1" noTextEdit="1"/>
          </p:cNvSpPr>
          <p:nvPr>
            <p:ph type="sldImg"/>
          </p:nvPr>
        </p:nvSpPr>
        <p:spPr>
          <a:xfrm>
            <a:off x="90488" y="747713"/>
            <a:ext cx="6651625" cy="3741737"/>
          </a:xfrm>
        </p:spPr>
      </p:sp>
      <p:sp>
        <p:nvSpPr>
          <p:cNvPr id="30208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12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E5DBA257-CE4A-384A-A6A7-720CD3C9224B}"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04130" name="Rectangle 2"/>
          <p:cNvSpPr>
            <a:spLocks noGrp="1" noRot="1" noChangeAspect="1" noChangeArrowheads="1" noTextEdit="1"/>
          </p:cNvSpPr>
          <p:nvPr>
            <p:ph type="sldImg"/>
          </p:nvPr>
        </p:nvSpPr>
        <p:spPr>
          <a:xfrm>
            <a:off x="90488" y="747713"/>
            <a:ext cx="6651625" cy="3741737"/>
          </a:xfrm>
        </p:spPr>
      </p:sp>
      <p:sp>
        <p:nvSpPr>
          <p:cNvPr id="3041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B90CD01-B42F-E143-AB84-B51A5BBA36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0242" name="Rectangle 2"/>
          <p:cNvSpPr>
            <a:spLocks noGrp="1" noRot="1" noChangeAspect="1" noChangeArrowheads="1" noTextEdit="1"/>
          </p:cNvSpPr>
          <p:nvPr>
            <p:ph type="sldImg"/>
          </p:nvPr>
        </p:nvSpPr>
        <p:spPr>
          <a:xfrm>
            <a:off x="90488" y="747713"/>
            <a:ext cx="6651625" cy="3741737"/>
          </a:xfrm>
        </p:spPr>
      </p:sp>
      <p:sp>
        <p:nvSpPr>
          <p:cNvPr id="1024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36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944C61F-F8A2-E74D-91D2-EA0A68190662}"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14370" name="Rectangle 2"/>
          <p:cNvSpPr>
            <a:spLocks noGrp="1" noRot="1" noChangeAspect="1" noChangeArrowheads="1" noTextEdit="1"/>
          </p:cNvSpPr>
          <p:nvPr>
            <p:ph type="sldImg"/>
          </p:nvPr>
        </p:nvSpPr>
        <p:spPr>
          <a:xfrm>
            <a:off x="90488" y="747713"/>
            <a:ext cx="6651625" cy="3741737"/>
          </a:xfrm>
        </p:spPr>
      </p:sp>
      <p:sp>
        <p:nvSpPr>
          <p:cNvPr id="31437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32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DD2EF94-3FBD-0846-AF34-D3141A120DEE}"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12322" name="Rectangle 2"/>
          <p:cNvSpPr>
            <a:spLocks noGrp="1" noRot="1" noChangeAspect="1" noChangeArrowheads="1" noTextEdit="1"/>
          </p:cNvSpPr>
          <p:nvPr>
            <p:ph type="sldImg"/>
          </p:nvPr>
        </p:nvSpPr>
        <p:spPr>
          <a:xfrm>
            <a:off x="90488" y="747713"/>
            <a:ext cx="6651625" cy="3741737"/>
          </a:xfrm>
        </p:spPr>
      </p:sp>
      <p:sp>
        <p:nvSpPr>
          <p:cNvPr id="31232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36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944C61F-F8A2-E74D-91D2-EA0A68190662}"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14370" name="Rectangle 2"/>
          <p:cNvSpPr>
            <a:spLocks noGrp="1" noRot="1" noChangeAspect="1" noChangeArrowheads="1" noTextEdit="1"/>
          </p:cNvSpPr>
          <p:nvPr>
            <p:ph type="sldImg"/>
          </p:nvPr>
        </p:nvSpPr>
        <p:spPr>
          <a:xfrm>
            <a:off x="90488" y="747713"/>
            <a:ext cx="6651625" cy="3741737"/>
          </a:xfrm>
        </p:spPr>
      </p:sp>
      <p:sp>
        <p:nvSpPr>
          <p:cNvPr id="31437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6417"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CD49001B-CFED-5B46-95C9-EAE9E980E686}"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16418" name="Rectangle 2"/>
          <p:cNvSpPr>
            <a:spLocks noGrp="1" noRot="1" noChangeAspect="1" noChangeArrowheads="1" noTextEdit="1"/>
          </p:cNvSpPr>
          <p:nvPr>
            <p:ph type="sldImg"/>
          </p:nvPr>
        </p:nvSpPr>
        <p:spPr>
          <a:xfrm>
            <a:off x="90488" y="747713"/>
            <a:ext cx="6651625" cy="3741737"/>
          </a:xfrm>
        </p:spPr>
      </p:sp>
      <p:sp>
        <p:nvSpPr>
          <p:cNvPr id="316419"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6417"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CD49001B-CFED-5B46-95C9-EAE9E980E686}"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16418" name="Rectangle 2"/>
          <p:cNvSpPr>
            <a:spLocks noGrp="1" noRot="1" noChangeAspect="1" noChangeArrowheads="1" noTextEdit="1"/>
          </p:cNvSpPr>
          <p:nvPr>
            <p:ph type="sldImg"/>
          </p:nvPr>
        </p:nvSpPr>
        <p:spPr>
          <a:xfrm>
            <a:off x="90488" y="747713"/>
            <a:ext cx="6651625" cy="3741737"/>
          </a:xfrm>
        </p:spPr>
      </p:sp>
      <p:sp>
        <p:nvSpPr>
          <p:cNvPr id="316419"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46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B494D487-463F-B945-911F-325DC6E8B643}"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18466" name="Rectangle 2"/>
          <p:cNvSpPr>
            <a:spLocks noGrp="1" noRot="1" noChangeAspect="1" noChangeArrowheads="1" noTextEdit="1"/>
          </p:cNvSpPr>
          <p:nvPr>
            <p:ph type="sldImg"/>
          </p:nvPr>
        </p:nvSpPr>
        <p:spPr>
          <a:xfrm>
            <a:off x="90488" y="747713"/>
            <a:ext cx="6651625" cy="3741737"/>
          </a:xfrm>
        </p:spPr>
      </p:sp>
      <p:sp>
        <p:nvSpPr>
          <p:cNvPr id="31846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0513"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A5C39A2A-BEC0-2540-A051-D1207E0D679E}"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20514" name="Rectangle 2"/>
          <p:cNvSpPr>
            <a:spLocks noGrp="1" noRot="1" noChangeAspect="1" noChangeArrowheads="1" noTextEdit="1"/>
          </p:cNvSpPr>
          <p:nvPr>
            <p:ph type="sldImg"/>
          </p:nvPr>
        </p:nvSpPr>
        <p:spPr>
          <a:xfrm>
            <a:off x="90488" y="747713"/>
            <a:ext cx="6651625" cy="3741737"/>
          </a:xfrm>
        </p:spPr>
      </p:sp>
      <p:sp>
        <p:nvSpPr>
          <p:cNvPr id="32051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256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3A6472D8-1F22-B640-9FE2-C255E9593C62}"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22562" name="Rectangle 2"/>
          <p:cNvSpPr>
            <a:spLocks noGrp="1" noRot="1" noChangeAspect="1" noChangeArrowheads="1" noTextEdit="1"/>
          </p:cNvSpPr>
          <p:nvPr>
            <p:ph type="sldImg"/>
          </p:nvPr>
        </p:nvSpPr>
        <p:spPr>
          <a:xfrm>
            <a:off x="90488" y="747713"/>
            <a:ext cx="6651625" cy="3741737"/>
          </a:xfrm>
        </p:spPr>
      </p:sp>
      <p:sp>
        <p:nvSpPr>
          <p:cNvPr id="32256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36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944C61F-F8A2-E74D-91D2-EA0A68190662}"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14370" name="Rectangle 2"/>
          <p:cNvSpPr>
            <a:spLocks noGrp="1" noRot="1" noChangeAspect="1" noChangeArrowheads="1" noTextEdit="1"/>
          </p:cNvSpPr>
          <p:nvPr>
            <p:ph type="sldImg"/>
          </p:nvPr>
        </p:nvSpPr>
        <p:spPr>
          <a:xfrm>
            <a:off x="90488" y="747713"/>
            <a:ext cx="6651625" cy="3741737"/>
          </a:xfrm>
        </p:spPr>
      </p:sp>
      <p:sp>
        <p:nvSpPr>
          <p:cNvPr id="31437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70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578EACEE-3529-AB42-BFEF-923E3BD1FF76}"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28706" name="Rectangle 2"/>
          <p:cNvSpPr>
            <a:spLocks noGrp="1" noRot="1" noChangeAspect="1" noChangeArrowheads="1" noTextEdit="1"/>
          </p:cNvSpPr>
          <p:nvPr>
            <p:ph type="sldImg"/>
          </p:nvPr>
        </p:nvSpPr>
        <p:spPr>
          <a:xfrm>
            <a:off x="90488" y="747713"/>
            <a:ext cx="6651625" cy="3741737"/>
          </a:xfrm>
        </p:spPr>
      </p:sp>
      <p:sp>
        <p:nvSpPr>
          <p:cNvPr id="32870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B90CD01-B42F-E143-AB84-B51A5BBA36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0242" name="Rectangle 2"/>
          <p:cNvSpPr>
            <a:spLocks noGrp="1" noRot="1" noChangeAspect="1" noChangeArrowheads="1" noTextEdit="1"/>
          </p:cNvSpPr>
          <p:nvPr>
            <p:ph type="sldImg"/>
          </p:nvPr>
        </p:nvSpPr>
        <p:spPr>
          <a:xfrm>
            <a:off x="90488" y="747713"/>
            <a:ext cx="6651625" cy="3741737"/>
          </a:xfrm>
        </p:spPr>
      </p:sp>
      <p:sp>
        <p:nvSpPr>
          <p:cNvPr id="1024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84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5805049-DFEE-1A40-8AE2-01367E1B08F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34850" name="Rectangle 2"/>
          <p:cNvSpPr>
            <a:spLocks noGrp="1" noRot="1" noChangeAspect="1" noChangeArrowheads="1" noTextEdit="1"/>
          </p:cNvSpPr>
          <p:nvPr>
            <p:ph type="sldImg"/>
          </p:nvPr>
        </p:nvSpPr>
        <p:spPr>
          <a:xfrm>
            <a:off x="90488" y="747713"/>
            <a:ext cx="6651625" cy="3741737"/>
          </a:xfrm>
        </p:spPr>
      </p:sp>
      <p:sp>
        <p:nvSpPr>
          <p:cNvPr id="33485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84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5805049-DFEE-1A40-8AE2-01367E1B08F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34850" name="Rectangle 2"/>
          <p:cNvSpPr>
            <a:spLocks noGrp="1" noRot="1" noChangeAspect="1" noChangeArrowheads="1" noTextEdit="1"/>
          </p:cNvSpPr>
          <p:nvPr>
            <p:ph type="sldImg"/>
          </p:nvPr>
        </p:nvSpPr>
        <p:spPr>
          <a:xfrm>
            <a:off x="90488" y="747713"/>
            <a:ext cx="6651625" cy="3741737"/>
          </a:xfrm>
        </p:spPr>
      </p:sp>
      <p:sp>
        <p:nvSpPr>
          <p:cNvPr id="33485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84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5805049-DFEE-1A40-8AE2-01367E1B08F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34850" name="Rectangle 2"/>
          <p:cNvSpPr>
            <a:spLocks noGrp="1" noRot="1" noChangeAspect="1" noChangeArrowheads="1" noTextEdit="1"/>
          </p:cNvSpPr>
          <p:nvPr>
            <p:ph type="sldImg"/>
          </p:nvPr>
        </p:nvSpPr>
        <p:spPr>
          <a:xfrm>
            <a:off x="90488" y="747713"/>
            <a:ext cx="6651625" cy="3741737"/>
          </a:xfrm>
        </p:spPr>
      </p:sp>
      <p:sp>
        <p:nvSpPr>
          <p:cNvPr id="33485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84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5805049-DFEE-1A40-8AE2-01367E1B08F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34850" name="Rectangle 2"/>
          <p:cNvSpPr>
            <a:spLocks noGrp="1" noRot="1" noChangeAspect="1" noChangeArrowheads="1" noTextEdit="1"/>
          </p:cNvSpPr>
          <p:nvPr>
            <p:ph type="sldImg"/>
          </p:nvPr>
        </p:nvSpPr>
        <p:spPr>
          <a:xfrm>
            <a:off x="90488" y="747713"/>
            <a:ext cx="6651625" cy="3741737"/>
          </a:xfrm>
        </p:spPr>
      </p:sp>
      <p:sp>
        <p:nvSpPr>
          <p:cNvPr id="33485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849"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5805049-DFEE-1A40-8AE2-01367E1B08F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34850" name="Rectangle 2"/>
          <p:cNvSpPr>
            <a:spLocks noGrp="1" noRot="1" noChangeAspect="1" noChangeArrowheads="1" noTextEdit="1"/>
          </p:cNvSpPr>
          <p:nvPr>
            <p:ph type="sldImg"/>
          </p:nvPr>
        </p:nvSpPr>
        <p:spPr>
          <a:xfrm>
            <a:off x="90488" y="747713"/>
            <a:ext cx="6651625" cy="3741737"/>
          </a:xfrm>
        </p:spPr>
      </p:sp>
      <p:sp>
        <p:nvSpPr>
          <p:cNvPr id="33485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2B90CD01-B42F-E143-AB84-B51A5BBA36D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10242" name="Rectangle 2"/>
          <p:cNvSpPr>
            <a:spLocks noGrp="1" noRot="1" noChangeAspect="1" noChangeArrowheads="1" noTextEdit="1"/>
          </p:cNvSpPr>
          <p:nvPr>
            <p:ph type="sldImg"/>
          </p:nvPr>
        </p:nvSpPr>
        <p:spPr>
          <a:xfrm>
            <a:off x="90488" y="747713"/>
            <a:ext cx="6651625" cy="3741737"/>
          </a:xfrm>
        </p:spPr>
      </p:sp>
      <p:sp>
        <p:nvSpPr>
          <p:cNvPr id="10243"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2026官方决赛题第2页、附件A。决赛不读取output.txt，不发送SET OUTPUT_FILE OFF/ON。课程工具仅支持旧文本协议。完整Wire字节规范直接查官方原文，不自行猜测。</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2026官方决赛第3–4页、12–17页；现场编程说明。2026现场4小时且禁AI，课堂可用30–45分钟缩小任务训练，赛前另做完整模拟。小规模本地工具不生成官方得分。</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04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1785B54A-19F1-0940-B82F-EB2FA221D49B}"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43042" name="Rectangle 2"/>
          <p:cNvSpPr>
            <a:spLocks noGrp="1" noRot="1" noChangeAspect="1" noChangeArrowheads="1" noTextEdit="1"/>
          </p:cNvSpPr>
          <p:nvPr>
            <p:ph type="sldImg"/>
          </p:nvPr>
        </p:nvSpPr>
        <p:spPr>
          <a:xfrm>
            <a:off x="90488" y="747713"/>
            <a:ext cx="6651625" cy="3741737"/>
          </a:xfrm>
          <a:solidFill>
            <a:srgbClr val="FFFFFF"/>
          </a:solidFill>
        </p:spPr>
      </p:sp>
      <p:sp>
        <p:nvSpPr>
          <p:cNvPr id="343043" name="Rectangle 3"/>
          <p:cNvSpPr>
            <a:spLocks noGrp="1" noChangeArrowheads="1"/>
          </p:cNvSpPr>
          <p:nvPr>
            <p:ph type="body" idx="1"/>
          </p:nvPr>
        </p:nvSpPr>
        <p:spPr>
          <a:solidFill>
            <a:srgbClr val="FFFFFF"/>
          </a:solidFill>
          <a:ln>
            <a:solidFill>
              <a:srgbClr val="000000"/>
            </a:solidFill>
          </a:ln>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7137"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45AF198E-6691-A040-8CE9-45FD7D392340}"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47138" name="Rectangle 2"/>
          <p:cNvSpPr>
            <a:spLocks noGrp="1" noRot="1" noChangeAspect="1" noChangeArrowheads="1" noTextEdit="1"/>
          </p:cNvSpPr>
          <p:nvPr>
            <p:ph type="sldImg"/>
          </p:nvPr>
        </p:nvSpPr>
        <p:spPr>
          <a:xfrm>
            <a:off x="90488" y="747713"/>
            <a:ext cx="6651625" cy="3741737"/>
          </a:xfrm>
          <a:solidFill>
            <a:srgbClr val="FFFFFF"/>
          </a:solidFill>
        </p:spPr>
      </p:sp>
      <p:sp>
        <p:nvSpPr>
          <p:cNvPr id="347139" name="Rectangle 3"/>
          <p:cNvSpPr>
            <a:spLocks noGrp="1" noChangeArrowheads="1"/>
          </p:cNvSpPr>
          <p:nvPr>
            <p:ph type="body" idx="1"/>
          </p:nvPr>
        </p:nvSpPr>
        <p:spPr>
          <a:solidFill>
            <a:srgbClr val="FFFFFF"/>
          </a:solidFill>
          <a:ln>
            <a:solidFill>
              <a:srgbClr val="000000"/>
            </a:solidFill>
          </a:ln>
        </p:spPr>
        <p:txBody>
          <a:bodyPr/>
          <a:lstStyle/>
          <a:p>
            <a:pPr eaLnBrk="1" hangingPunct="1"/>
            <a:endParaRPr lang="zh-CN" altLang="en-US">
              <a:latin typeface="Arial" panose="020B0604020202020204" pitchFamily="34" charset="0"/>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3281"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宋体" panose="02010600030101010101" pitchFamily="2" charset="-122"/>
              </a:defRPr>
            </a:lvl1pPr>
            <a:lvl2pPr marL="742950" indent="-285750">
              <a:spcBef>
                <a:spcPct val="30000"/>
              </a:spcBef>
              <a:defRPr sz="1200">
                <a:solidFill>
                  <a:schemeClr val="tx1"/>
                </a:solidFill>
                <a:latin typeface="Calibri" panose="020F0502020204030204" pitchFamily="34" charset="0"/>
                <a:ea typeface="宋体" panose="02010600030101010101" pitchFamily="2" charset="-122"/>
              </a:defRPr>
            </a:lvl2pPr>
            <a:lvl3pPr marL="1143000" indent="-228600">
              <a:spcBef>
                <a:spcPct val="30000"/>
              </a:spcBef>
              <a:defRPr sz="1200">
                <a:solidFill>
                  <a:schemeClr val="tx1"/>
                </a:solidFill>
                <a:latin typeface="Calibri" panose="020F0502020204030204" pitchFamily="34" charset="0"/>
                <a:ea typeface="宋体" panose="02010600030101010101" pitchFamily="2" charset="-122"/>
              </a:defRPr>
            </a:lvl3pPr>
            <a:lvl4pPr marL="1600200" indent="-228600">
              <a:spcBef>
                <a:spcPct val="30000"/>
              </a:spcBef>
              <a:defRPr sz="1200">
                <a:solidFill>
                  <a:schemeClr val="tx1"/>
                </a:solidFill>
                <a:latin typeface="Calibri" panose="020F0502020204030204" pitchFamily="34" charset="0"/>
                <a:ea typeface="宋体" panose="02010600030101010101" pitchFamily="2" charset="-122"/>
              </a:defRPr>
            </a:lvl4pPr>
            <a:lvl5pPr marL="2057400" indent="-228600">
              <a:spcBef>
                <a:spcPct val="30000"/>
              </a:spcBef>
              <a:defRPr sz="12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宋体" panose="02010600030101010101" pitchFamily="2" charset="-122"/>
              </a:defRPr>
            </a:lvl9pPr>
          </a:lstStyle>
          <a:p>
            <a:pPr>
              <a:spcBef>
                <a:spcPct val="0"/>
              </a:spcBef>
              <a:buFontTx/>
              <a:buNone/>
            </a:pPr>
            <a:fld id="{01AB1E60-35A7-7742-9D66-42D9D7D674E7}" type="slidenum">
              <a:rPr lang="zh-CN" altLang="en-US" smtClean="0">
                <a:latin typeface="Arial" panose="020B0604020202020204" pitchFamily="34" charset="0"/>
              </a:rPr>
            </a:fld>
            <a:endParaRPr lang="en-US" altLang="zh-CN">
              <a:latin typeface="Arial" panose="020B0604020202020204" pitchFamily="34" charset="0"/>
            </a:endParaRPr>
          </a:p>
        </p:txBody>
      </p:sp>
      <p:sp>
        <p:nvSpPr>
          <p:cNvPr id="353282" name="Rectangle 2"/>
          <p:cNvSpPr>
            <a:spLocks noGrp="1" noRot="1" noChangeAspect="1" noChangeArrowheads="1" noTextEdit="1"/>
          </p:cNvSpPr>
          <p:nvPr>
            <p:ph type="sldImg"/>
          </p:nvPr>
        </p:nvSpPr>
        <p:spPr>
          <a:xfrm>
            <a:off x="90488" y="747713"/>
            <a:ext cx="6651625" cy="3741737"/>
          </a:xfrm>
          <a:solidFill>
            <a:srgbClr val="FFFFFF"/>
          </a:solidFill>
        </p:spPr>
      </p:sp>
      <p:sp>
        <p:nvSpPr>
          <p:cNvPr id="353283" name="Rectangle 3"/>
          <p:cNvSpPr>
            <a:spLocks noGrp="1" noChangeArrowheads="1"/>
          </p:cNvSpPr>
          <p:nvPr>
            <p:ph type="body" idx="1"/>
          </p:nvPr>
        </p:nvSpPr>
        <p:spPr>
          <a:solidFill>
            <a:srgbClr val="FFFFFF"/>
          </a:solidFill>
          <a:ln>
            <a:solidFill>
              <a:srgbClr val="000000"/>
            </a:solidFill>
          </a:ln>
        </p:spPr>
        <p:txBody>
          <a:bodyPr/>
          <a:lstStyle/>
          <a:p>
            <a:pPr eaLnBrk="1" hangingPunct="1"/>
            <a:endParaRPr lang="zh-CN" altLang="en-US">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6952" y="4149080"/>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endParaRPr lang="zh-CN" altLang="en-US"/>
          </a:p>
        </p:txBody>
      </p:sp>
      <p:sp>
        <p:nvSpPr>
          <p:cNvPr id="4" name="日期占位符 3"/>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D60C7988-FC62-4729-BD5B-04EB8F9CD06E}"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0" y="28876"/>
            <a:ext cx="12432704" cy="808522"/>
          </a:xfrm>
        </p:spPr>
        <p:txBody>
          <a:bodyPr>
            <a:norm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r>
              <a:rPr lang="zh-CN" altLang="en-US" dirty="0"/>
              <a:t>单击此处编辑母版标题样式</a:t>
            </a:r>
            <a:endParaRPr lang="zh-CN" altLang="en-US" dirty="0"/>
          </a:p>
        </p:txBody>
      </p:sp>
      <p:sp>
        <p:nvSpPr>
          <p:cNvPr id="3" name="内容占位符 2"/>
          <p:cNvSpPr>
            <a:spLocks noGrp="1"/>
          </p:cNvSpPr>
          <p:nvPr>
            <p:ph idx="1" hasCustomPrompt="1"/>
          </p:nvPr>
        </p:nvSpPr>
        <p:spPr>
          <a:xfrm>
            <a:off x="616819" y="1113355"/>
            <a:ext cx="10515600" cy="4351338"/>
          </a:xfrm>
        </p:spPr>
        <p:txBody>
          <a:bodyPr/>
          <a:lstStyle>
            <a:lvl1pPr marL="342900" indent="-342900" algn="l" rtl="0" eaLnBrk="1" fontAlgn="base" hangingPunct="1">
              <a:lnSpc>
                <a:spcPct val="150000"/>
              </a:lnSpc>
              <a:spcBef>
                <a:spcPts val="0"/>
              </a:spcBef>
              <a:spcAft>
                <a:spcPct val="0"/>
              </a:spcAft>
              <a:buSzPct val="100000"/>
              <a:buFont typeface="Wingdings" panose="05000000000000000000" pitchFamily="2" charset="2"/>
              <a:buChar char="v"/>
              <a:defRPr lang="zh-CN" altLang="en-US" sz="2800" b="1" baseline="0" dirty="0" smtClean="0">
                <a:solidFill>
                  <a:schemeClr val="tx1"/>
                </a:solidFill>
                <a:latin typeface="Arial" panose="020B0604020202020204" pitchFamily="34" charset="0"/>
                <a:ea typeface="宋体" panose="02010600030101010101" pitchFamily="2" charset="-122"/>
                <a:cs typeface="+mn-cs"/>
              </a:defRPr>
            </a:lvl1pPr>
            <a:lvl2pPr marL="685800" indent="-228600">
              <a:buFont typeface="Wingdings" panose="05000000000000000000" pitchFamily="2" charset="2"/>
              <a:buChar char="n"/>
              <a:defRPr b="1" baseline="0">
                <a:latin typeface="Arial" panose="020B0604020202020204" pitchFamily="34" charset="0"/>
                <a:ea typeface="宋体" panose="02010600030101010101" pitchFamily="2" charset="-122"/>
              </a:defRPr>
            </a:lvl2pPr>
            <a:lvl3pPr marL="1143000" indent="-228600">
              <a:buFont typeface="Wingdings" panose="05000000000000000000" pitchFamily="2" charset="2"/>
              <a:buChar char="l"/>
              <a:defRPr sz="2200" b="1" i="0" baseline="0">
                <a:latin typeface="Arial" panose="020B0604020202020204" pitchFamily="34" charset="0"/>
                <a:ea typeface="宋体" panose="02010600030101010101" pitchFamily="2" charset="-122"/>
              </a:defRPr>
            </a:lvl3pPr>
            <a:lvl4pPr>
              <a:defRPr sz="2000" b="1" baseline="0">
                <a:latin typeface="Arial" panose="020B0604020202020204" pitchFamily="34" charset="0"/>
                <a:ea typeface="宋体" panose="02010600030101010101" pitchFamily="2" charset="-122"/>
              </a:defRPr>
            </a:lvl4pPr>
          </a:lstStyle>
          <a:p>
            <a:pPr lvl="0"/>
            <a:r>
              <a:rPr lang="zh-CN" altLang="en-US" dirty="0"/>
              <a:t>编辑母版文本样式</a:t>
            </a:r>
            <a:r>
              <a:rPr lang="en-US" altLang="zh-CN" dirty="0" err="1"/>
              <a:t>yangshi</a:t>
            </a:r>
            <a:endParaRPr lang="zh-CN" altLang="en-US" dirty="0"/>
          </a:p>
          <a:p>
            <a:pPr lvl="1"/>
            <a:r>
              <a:rPr lang="zh-CN" altLang="en-US" dirty="0"/>
              <a:t>第二级</a:t>
            </a:r>
            <a:r>
              <a:rPr lang="en-US" altLang="zh-CN" dirty="0" err="1"/>
              <a:t>yangshi</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0" y="-171400"/>
            <a:ext cx="12432704" cy="1325563"/>
          </a:xfrm>
        </p:spPr>
        <p:txBody>
          <a:bodyPr>
            <a:norm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r>
              <a:rPr lang="zh-CN" altLang="en-US" dirty="0"/>
              <a:t>单击此处编辑母版标题样式</a:t>
            </a:r>
            <a:endParaRPr lang="zh-CN" altLang="en-US" dirty="0"/>
          </a:p>
        </p:txBody>
      </p:sp>
      <p:sp>
        <p:nvSpPr>
          <p:cNvPr id="3" name="内容占位符 2"/>
          <p:cNvSpPr>
            <a:spLocks noGrp="1"/>
          </p:cNvSpPr>
          <p:nvPr>
            <p:ph sz="half" idx="1" hasCustomPrompt="1"/>
          </p:nvPr>
        </p:nvSpPr>
        <p:spPr>
          <a:xfrm>
            <a:off x="623392" y="1347308"/>
            <a:ext cx="5181600" cy="4351338"/>
          </a:xfrm>
        </p:spPr>
        <p:txBody>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hasCustomPrompt="1"/>
          </p:nvPr>
        </p:nvSpPr>
        <p:spPr>
          <a:xfrm>
            <a:off x="6177136" y="1361066"/>
            <a:ext cx="5181600" cy="4351338"/>
          </a:xfrm>
        </p:spPr>
        <p:txBody>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D60C7988-FC62-4729-BD5B-04EB8F9CD06E}"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endParaRPr lang="zh-CN" altLang="en-US"/>
          </a:p>
        </p:txBody>
      </p:sp>
      <p:sp>
        <p:nvSpPr>
          <p:cNvPr id="5" name="日期占位符 4"/>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D60C7988-FC62-4729-BD5B-04EB8F9CD06E}"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0" y="-1"/>
            <a:ext cx="12432704" cy="836713"/>
          </a:xfrm>
        </p:spPr>
        <p:txBody>
          <a:bodyPr>
            <a:norm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r>
              <a:rPr lang="zh-CN" altLang="en-US" dirty="0"/>
              <a:t>单击此处编辑母版标题样式</a:t>
            </a:r>
            <a:endParaRPr lang="zh-CN" altLang="en-US" dirty="0"/>
          </a:p>
        </p:txBody>
      </p:sp>
      <p:sp>
        <p:nvSpPr>
          <p:cNvPr id="3" name="竖排文字占位符 2"/>
          <p:cNvSpPr>
            <a:spLocks noGrp="1"/>
          </p:cNvSpPr>
          <p:nvPr>
            <p:ph type="body" orient="vert" idx="1" hasCustomPrompt="1"/>
          </p:nvPr>
        </p:nvSpPr>
        <p:spPr/>
        <p:txBody>
          <a:bodyPr vert="eaVert"/>
          <a:lstStyle>
            <a:lvl1pPr>
              <a:defRPr sz="2400" b="1" baseline="0">
                <a:latin typeface="Arial" panose="020B0604020202020204" pitchFamily="34" charset="0"/>
                <a:ea typeface="宋体" panose="02010600030101010101" pitchFamily="2" charset="-122"/>
              </a:defRPr>
            </a:lvl1pPr>
            <a:lvl2pPr>
              <a:defRPr sz="2200" b="1" i="0" baseline="0">
                <a:latin typeface="Arial" panose="020B0604020202020204" pitchFamily="34" charset="0"/>
                <a:ea typeface="宋体" panose="02010600030101010101" pitchFamily="2" charset="-122"/>
              </a:defRPr>
            </a:lvl2p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E5466FA6-1FC0-4DBE-A4A5-CD0E7767505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D60C7988-FC62-4729-BD5B-04EB8F9CD06E}"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dgm">
  <p:cSld name="标题和图示或组织结构图">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0" y="136524"/>
            <a:ext cx="12432704" cy="563563"/>
          </a:xfrm>
        </p:spPr>
        <p:txBody>
          <a:bodyPr>
            <a:no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pPr fontAlgn="base"/>
            <a:r>
              <a:rPr lang="zh-CN" altLang="en-US" strike="noStrike" noProof="1"/>
              <a:t>单击此处编辑母版标题样式</a:t>
            </a:r>
            <a:endParaRPr lang="zh-CN" altLang="en-US" strike="noStrike" noProof="1"/>
          </a:p>
        </p:txBody>
      </p:sp>
      <p:sp>
        <p:nvSpPr>
          <p:cNvPr id="3" name="SmartArt 占位符 2"/>
          <p:cNvSpPr>
            <a:spLocks noGrp="1"/>
          </p:cNvSpPr>
          <p:nvPr>
            <p:ph type="pic" idx="1"/>
          </p:nvPr>
        </p:nvSpPr>
        <p:spPr>
          <a:xfrm>
            <a:off x="578272" y="1181100"/>
            <a:ext cx="10972800" cy="4495800"/>
          </a:xfrm>
        </p:spPr>
        <p:txBody>
          <a:bodyPr vert="horz" wrap="square" lIns="91440" tIns="45720" rIns="91440" bIns="45720" numCol="1" anchor="t" anchorCtr="0" compatLnSpc="1"/>
          <a:lstStyle/>
          <a:p>
            <a:pPr marL="342900" marR="0" lvl="0" indent="-342900" algn="l" defTabSz="914400" rtl="0" eaLnBrk="0" fontAlgn="base" latinLnBrk="0" hangingPunct="0">
              <a:lnSpc>
                <a:spcPct val="100000"/>
              </a:lnSpc>
              <a:spcBef>
                <a:spcPct val="20000"/>
              </a:spcBef>
              <a:spcAft>
                <a:spcPct val="0"/>
              </a:spcAft>
              <a:buClrTx/>
              <a:buSzPct val="100000"/>
              <a:buFont typeface="Wingdings" panose="05000000000000000000" pitchFamily="2" charset="2"/>
              <a:buChar char="v"/>
              <a:defRPr/>
            </a:pPr>
            <a:endParaRPr kumimoji="0" lang="zh-CN" altLang="en-US" sz="2800" b="1" i="0" u="none" strike="noStrike" kern="0" cap="none" spc="0" normalizeH="0" baseline="0" noProof="0">
              <a:ln>
                <a:noFill/>
              </a:ln>
              <a:solidFill>
                <a:schemeClr val="tx1"/>
              </a:solidFill>
              <a:effectLst/>
              <a:uLnTx/>
              <a:uFillTx/>
              <a:latin typeface="+mn-lt"/>
              <a:ea typeface="+mn-ea"/>
              <a:cs typeface="+mn-cs"/>
            </a:endParaRPr>
          </a:p>
        </p:txBody>
      </p:sp>
      <p:sp>
        <p:nvSpPr>
          <p:cNvPr id="10" name="Rectangle 15"/>
          <p:cNvSpPr>
            <a:spLocks noGrp="1" noChangeArrowheads="1"/>
          </p:cNvSpPr>
          <p:nvPr>
            <p:ph type="dt" sz="half" idx="2"/>
          </p:nvPr>
        </p:nvSpPr>
        <p:spPr>
          <a:xfrm>
            <a:off x="609600" y="6400801"/>
            <a:ext cx="28448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
        <p:nvSpPr>
          <p:cNvPr id="11" name="Rectangle 16"/>
          <p:cNvSpPr>
            <a:spLocks noGrp="1" noChangeArrowheads="1"/>
          </p:cNvSpPr>
          <p:nvPr>
            <p:ph type="ftr" sz="quarter" idx="3"/>
          </p:nvPr>
        </p:nvSpPr>
        <p:spPr>
          <a:xfrm>
            <a:off x="6959600" y="6381751"/>
            <a:ext cx="48006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标题，文本与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1219200" y="685801"/>
            <a:ext cx="9855200" cy="563563"/>
          </a:xfrm>
        </p:spPr>
        <p:txBody>
          <a:body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sz="half" idx="1"/>
          </p:nvPr>
        </p:nvSpPr>
        <p:spPr>
          <a:xfrm>
            <a:off x="609600" y="1828800"/>
            <a:ext cx="5384800" cy="44958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half" idx="2"/>
          </p:nvPr>
        </p:nvSpPr>
        <p:spPr>
          <a:xfrm>
            <a:off x="6197600" y="1828800"/>
            <a:ext cx="5384800" cy="44958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10" name="Rectangle 15"/>
          <p:cNvSpPr>
            <a:spLocks noGrp="1" noChangeArrowheads="1"/>
          </p:cNvSpPr>
          <p:nvPr>
            <p:ph type="dt" sz="half" idx="12"/>
          </p:nvPr>
        </p:nvSpPr>
        <p:spPr>
          <a:xfrm>
            <a:off x="609600" y="6400801"/>
            <a:ext cx="28448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
        <p:nvSpPr>
          <p:cNvPr id="11" name="Rectangle 16"/>
          <p:cNvSpPr>
            <a:spLocks noGrp="1" noChangeArrowheads="1"/>
          </p:cNvSpPr>
          <p:nvPr>
            <p:ph type="ftr" sz="quarter" idx="3"/>
          </p:nvPr>
        </p:nvSpPr>
        <p:spPr>
          <a:xfrm>
            <a:off x="6959600" y="6381751"/>
            <a:ext cx="48006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xAndTwoObj">
  <p:cSld name="标题，文本与两项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1219200" y="685801"/>
            <a:ext cx="9855200" cy="563563"/>
          </a:xfrm>
        </p:spPr>
        <p:txBody>
          <a:body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sz="half" idx="1"/>
          </p:nvPr>
        </p:nvSpPr>
        <p:spPr>
          <a:xfrm>
            <a:off x="609600" y="1828800"/>
            <a:ext cx="5384800" cy="44958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quarter" idx="2"/>
          </p:nvPr>
        </p:nvSpPr>
        <p:spPr>
          <a:xfrm>
            <a:off x="6197600" y="1828800"/>
            <a:ext cx="5384800" cy="21717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内容占位符 4"/>
          <p:cNvSpPr>
            <a:spLocks noGrp="1"/>
          </p:cNvSpPr>
          <p:nvPr>
            <p:ph sz="quarter" idx="3"/>
          </p:nvPr>
        </p:nvSpPr>
        <p:spPr>
          <a:xfrm>
            <a:off x="6197600" y="4152900"/>
            <a:ext cx="5384800" cy="2171700"/>
          </a:xfrm>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10" name="Rectangle 15"/>
          <p:cNvSpPr>
            <a:spLocks noGrp="1" noChangeArrowheads="1"/>
          </p:cNvSpPr>
          <p:nvPr>
            <p:ph type="dt" sz="half" idx="12"/>
          </p:nvPr>
        </p:nvSpPr>
        <p:spPr>
          <a:xfrm>
            <a:off x="609600" y="6400801"/>
            <a:ext cx="28448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
        <p:nvSpPr>
          <p:cNvPr id="11" name="Rectangle 16"/>
          <p:cNvSpPr>
            <a:spLocks noGrp="1" noChangeArrowheads="1"/>
          </p:cNvSpPr>
          <p:nvPr>
            <p:ph type="ftr" sz="quarter" idx="13"/>
          </p:nvPr>
        </p:nvSpPr>
        <p:spPr>
          <a:xfrm>
            <a:off x="6959600" y="6381751"/>
            <a:ext cx="48006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bl">
  <p:cSld name="标题和表格">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0" y="122238"/>
            <a:ext cx="12432704" cy="563563"/>
          </a:xfrm>
        </p:spPr>
        <p:txBody>
          <a:bodyPr>
            <a:noAutofit/>
          </a:bodyPr>
          <a:lstStyle>
            <a:lvl1pPr algn="ctr">
              <a:defRPr sz="3600" b="1" baseline="0">
                <a:solidFill>
                  <a:schemeClr val="bg1"/>
                </a:solidFill>
                <a:latin typeface="Arial" panose="020B0604020202020204" pitchFamily="34" charset="0"/>
                <a:ea typeface="宋体" panose="02010600030101010101" pitchFamily="2" charset="-122"/>
              </a:defRPr>
            </a:lvl1pPr>
          </a:lstStyle>
          <a:p>
            <a:pPr fontAlgn="base"/>
            <a:r>
              <a:rPr lang="zh-CN" altLang="en-US" strike="noStrike" noProof="1"/>
              <a:t>单击此处编辑母版标题样式</a:t>
            </a:r>
            <a:endParaRPr lang="zh-CN" altLang="en-US" strike="noStrike" noProof="1"/>
          </a:p>
        </p:txBody>
      </p:sp>
      <p:sp>
        <p:nvSpPr>
          <p:cNvPr id="3" name="表格占位符 2"/>
          <p:cNvSpPr>
            <a:spLocks noGrp="1"/>
          </p:cNvSpPr>
          <p:nvPr>
            <p:ph type="tbl" idx="1"/>
          </p:nvPr>
        </p:nvSpPr>
        <p:spPr>
          <a:xfrm>
            <a:off x="638365" y="1052736"/>
            <a:ext cx="10972800" cy="4495800"/>
          </a:xfrm>
        </p:spPr>
        <p:txBody>
          <a:bodyPr vert="horz" wrap="square" lIns="91440" tIns="45720" rIns="91440" bIns="45720" numCol="1" anchor="t" anchorCtr="0" compatLnSpc="1"/>
          <a:lstStyle/>
          <a:p>
            <a:pPr marL="342900" marR="0" lvl="0" indent="-342900" algn="l" defTabSz="914400" rtl="0" eaLnBrk="0" fontAlgn="base" latinLnBrk="0" hangingPunct="0">
              <a:lnSpc>
                <a:spcPct val="100000"/>
              </a:lnSpc>
              <a:spcBef>
                <a:spcPct val="20000"/>
              </a:spcBef>
              <a:spcAft>
                <a:spcPct val="0"/>
              </a:spcAft>
              <a:buClrTx/>
              <a:buSzPct val="100000"/>
              <a:buFont typeface="Wingdings" panose="05000000000000000000" pitchFamily="2" charset="2"/>
              <a:buChar char="v"/>
              <a:defRPr/>
            </a:pPr>
            <a:endParaRPr kumimoji="0" lang="zh-CN" altLang="en-US" sz="2800" b="1" i="0" u="none" strike="noStrike" kern="0" cap="none" spc="0" normalizeH="0" baseline="0" noProof="0" dirty="0">
              <a:ln>
                <a:noFill/>
              </a:ln>
              <a:solidFill>
                <a:schemeClr val="tx1"/>
              </a:solidFill>
              <a:effectLst/>
              <a:uLnTx/>
              <a:uFillTx/>
              <a:latin typeface="+mn-lt"/>
              <a:ea typeface="+mn-ea"/>
              <a:cs typeface="+mn-cs"/>
            </a:endParaRPr>
          </a:p>
        </p:txBody>
      </p:sp>
      <p:sp>
        <p:nvSpPr>
          <p:cNvPr id="10" name="Rectangle 15"/>
          <p:cNvSpPr>
            <a:spLocks noGrp="1" noChangeArrowheads="1"/>
          </p:cNvSpPr>
          <p:nvPr>
            <p:ph type="dt" sz="half" idx="2"/>
          </p:nvPr>
        </p:nvSpPr>
        <p:spPr>
          <a:xfrm>
            <a:off x="609600" y="6400801"/>
            <a:ext cx="28448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
        <p:nvSpPr>
          <p:cNvPr id="11" name="Rectangle 16"/>
          <p:cNvSpPr>
            <a:spLocks noGrp="1" noChangeArrowheads="1"/>
          </p:cNvSpPr>
          <p:nvPr>
            <p:ph type="ftr" sz="quarter" idx="3"/>
          </p:nvPr>
        </p:nvSpPr>
        <p:spPr>
          <a:xfrm>
            <a:off x="6959600" y="6381751"/>
            <a:ext cx="4800600" cy="320675"/>
          </a:xfrm>
          <a:prstGeom prst="rect">
            <a:avLst/>
          </a:prstGeom>
        </p:spPr>
        <p:txBody>
          <a:bodyPr/>
          <a:lstStyle>
            <a:lvl1pPr eaLnBrk="1" hangingPunct="1">
              <a:buFont typeface="Arial" panose="020B0604020202020204" pitchFamily="34" charset="0"/>
              <a:buNone/>
              <a:defRPr/>
            </a:lvl1pPr>
          </a:lstStyle>
          <a:p>
            <a:pPr>
              <a:defRPr/>
            </a:pPr>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AndTwoObj">
  <p:cSld name="标题，一项大型内容和两项小型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1219200" y="685800"/>
            <a:ext cx="9855200" cy="563563"/>
          </a:xfr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609600" y="1828800"/>
            <a:ext cx="5384800" cy="44958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quarter" idx="2"/>
          </p:nvPr>
        </p:nvSpPr>
        <p:spPr>
          <a:xfrm>
            <a:off x="6197600" y="1828800"/>
            <a:ext cx="5384800" cy="21717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内容占位符 4"/>
          <p:cNvSpPr>
            <a:spLocks noGrp="1"/>
          </p:cNvSpPr>
          <p:nvPr>
            <p:ph sz="quarter" idx="3"/>
          </p:nvPr>
        </p:nvSpPr>
        <p:spPr>
          <a:xfrm>
            <a:off x="6197600" y="4152900"/>
            <a:ext cx="5384800" cy="21717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 name="Rectangle 15"/>
          <p:cNvSpPr>
            <a:spLocks noGrp="1" noChangeArrowheads="1"/>
          </p:cNvSpPr>
          <p:nvPr>
            <p:ph type="dt" sz="half" idx="12"/>
          </p:nvPr>
        </p:nvSpPr>
        <p:spPr>
          <a:xfrm>
            <a:off x="609600" y="6400800"/>
            <a:ext cx="2844800" cy="320675"/>
          </a:xfrm>
          <a:prstGeom prst="rect">
            <a:avLst/>
          </a:prstGeom>
        </p:spPr>
        <p:txBody>
          <a:bodyPr/>
          <a:lstStyle>
            <a:lvl1pPr eaLnBrk="1" hangingPunct="1">
              <a:buFont typeface="Arial" panose="020B0604020202020204" pitchFamily="34" charset="0"/>
              <a:buNone/>
              <a:defRPr/>
            </a:lvl1p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zh-CN" sz="18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transition spd="slow">
    <p:wipe dir="d"/>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4.png"/><Relationship Id="rId14" Type="http://schemas.openxmlformats.org/officeDocument/2006/relationships/image" Target="../media/image3.png"/><Relationship Id="rId13" Type="http://schemas.microsoft.com/office/2007/relationships/hdphoto" Target="../media/image2.wdp"/><Relationship Id="rId12" Type="http://schemas.openxmlformats.org/officeDocument/2006/relationships/image" Target="../media/image1.pn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466FA6-1FC0-4DBE-A4A5-CD0E7767505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marL="0" algn="l" defTabSz="914400" rtl="0" eaLnBrk="1" latinLnBrk="0" hangingPunct="1">
              <a:defRPr lang="en-US" altLang="zh-CN" sz="1800" kern="1200" smtClean="0">
                <a:solidFill>
                  <a:schemeClr val="bg1"/>
                </a:solidFill>
                <a:latin typeface="Times New Roman" panose="02020603050405020304" pitchFamily="18" charset="0"/>
                <a:ea typeface="+mn-ea"/>
                <a:cs typeface="Times New Roman" panose="02020603050405020304" pitchFamily="18" charset="0"/>
              </a:defRPr>
            </a:lvl1pPr>
          </a:lstStyle>
          <a:p>
            <a:r>
              <a:rPr lang="en-US" dirty="0"/>
              <a:t>Database </a:t>
            </a:r>
            <a:r>
              <a:rPr lang="en-US" dirty="0" err="1"/>
              <a:t>SystemsIntroduction</a:t>
            </a:r>
            <a:r>
              <a:rPr lang="en-US" dirty="0"/>
              <a:t> to </a:t>
            </a:r>
            <a:endParaRPr lang="en-US" dirty="0"/>
          </a:p>
        </p:txBody>
      </p:sp>
      <p:pic>
        <p:nvPicPr>
          <p:cNvPr id="11" name="图片 10"/>
          <p:cNvPicPr>
            <a:picLocks noChangeAspect="1"/>
          </p:cNvPicPr>
          <p:nvPr userDrawn="1"/>
        </p:nvPicPr>
        <p:blipFill>
          <a:blip r:embed="rId12">
            <a:extLst>
              <a:ext uri="{BEBA8EAE-BF5A-486C-A8C5-ECC9F3942E4B}">
                <a14:imgProps xmlns:a14="http://schemas.microsoft.com/office/drawing/2010/main">
                  <a14:imgLayer r:embed="rId13">
                    <a14:imgEffect>
                      <a14:brightnessContrast bright="-13000"/>
                    </a14:imgEffect>
                    <a14:imgEffect>
                      <a14:colorTemperature colorTemp="5050"/>
                    </a14:imgEffect>
                    <a14:imgEffect>
                      <a14:saturation sat="150000"/>
                    </a14:imgEffect>
                  </a14:imgLayer>
                </a14:imgProps>
              </a:ext>
              <a:ext uri="{28A0092B-C50C-407E-A947-70E740481C1C}">
                <a14:useLocalDpi xmlns:a14="http://schemas.microsoft.com/office/drawing/2010/main" val="0"/>
              </a:ext>
            </a:extLst>
          </a:blip>
          <a:stretch>
            <a:fillRect/>
          </a:stretch>
        </p:blipFill>
        <p:spPr>
          <a:xfrm>
            <a:off x="0" y="0"/>
            <a:ext cx="12432703" cy="6866938"/>
          </a:xfrm>
          <a:prstGeom prst="rect">
            <a:avLst/>
          </a:prstGeom>
          <a:effectLst>
            <a:glow>
              <a:schemeClr val="accent1">
                <a:alpha val="40000"/>
              </a:schemeClr>
            </a:glow>
            <a:softEdge rad="0"/>
          </a:effectLst>
        </p:spPr>
      </p:pic>
      <p:pic>
        <p:nvPicPr>
          <p:cNvPr id="12" name="图片 11"/>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0" y="838588"/>
            <a:ext cx="12432703" cy="5585963"/>
          </a:xfrm>
          <a:prstGeom prst="rect">
            <a:avLst/>
          </a:prstGeom>
        </p:spPr>
      </p:pic>
      <p:pic>
        <p:nvPicPr>
          <p:cNvPr id="13" name="Picture 9" descr="图片3"/>
          <p:cNvPicPr>
            <a:picLocks noChangeAspect="1"/>
          </p:cNvPicPr>
          <p:nvPr userDrawn="1"/>
        </p:nvPicPr>
        <p:blipFill>
          <a:blip r:embed="rId15"/>
          <a:stretch>
            <a:fillRect/>
          </a:stretch>
        </p:blipFill>
        <p:spPr>
          <a:xfrm>
            <a:off x="10525393" y="4838256"/>
            <a:ext cx="1528762" cy="2028682"/>
          </a:xfrm>
          <a:prstGeom prst="rect">
            <a:avLst/>
          </a:prstGeom>
          <a:noFill/>
          <a:ln w="9525">
            <a:noFill/>
          </a:ln>
        </p:spPr>
      </p:pic>
      <p:sp>
        <p:nvSpPr>
          <p:cNvPr id="14" name="灯片编号占位符 5"/>
          <p:cNvSpPr txBox="1"/>
          <p:nvPr userDrawn="1"/>
        </p:nvSpPr>
        <p:spPr>
          <a:xfrm>
            <a:off x="8684502" y="6463182"/>
            <a:ext cx="3748201" cy="365125"/>
          </a:xfrm>
          <a:prstGeom prst="rect">
            <a:avLst/>
          </a:prstGeom>
        </p:spPr>
        <p:txBody>
          <a:bodyPr/>
          <a:lstStyle>
            <a:defPPr>
              <a:defRPr lang="zh-CN"/>
            </a:defPPr>
            <a:lvl1pPr marL="0" algn="l" defTabSz="914400" rtl="0" eaLnBrk="1" latinLnBrk="0" hangingPunct="1">
              <a:defRPr sz="1800" kern="1200">
                <a:solidFill>
                  <a:schemeClr val="bg1"/>
                </a:solidFill>
                <a:latin typeface="Times New Roman" panose="02020603050405020304" pitchFamily="18" charset="0"/>
                <a:ea typeface="+mn-ea"/>
                <a:cs typeface="Times New Roman" panose="02020603050405020304" pitchFamily="18"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baseline="0" dirty="0">
                <a:latin typeface="Arial" panose="020B0604020202020204" pitchFamily="34" charset="0"/>
              </a:rPr>
              <a:t>Introduction to Database Systems</a:t>
            </a:r>
            <a:endParaRPr lang="zh-CN" altLang="en-US" baseline="0" dirty="0">
              <a:latin typeface="Arial" panose="020B0604020202020204" pitchFamily="34" charset="0"/>
            </a:endParaRPr>
          </a:p>
        </p:txBody>
      </p:sp>
      <p:sp>
        <p:nvSpPr>
          <p:cNvPr id="7" name="WordArt 8"/>
          <p:cNvSpPr/>
          <p:nvPr userDrawn="1"/>
        </p:nvSpPr>
        <p:spPr>
          <a:xfrm rot="20636009">
            <a:off x="1944857" y="1830959"/>
            <a:ext cx="7582205" cy="2909927"/>
          </a:xfrm>
          <a:prstGeom prst="rect">
            <a:avLst/>
          </a:prstGeom>
        </p:spPr>
        <p:txBody>
          <a:bodyPr wrap="none" fromWordArt="1">
            <a:prstTxWarp prst="textPlain">
              <a:avLst>
                <a:gd name="adj" fmla="val 51328"/>
              </a:avLst>
            </a:prstTxWarp>
            <a:normAutofit/>
          </a:bodyPr>
          <a:lstStyle/>
          <a:p>
            <a:pPr marL="0" marR="0" indent="0" algn="ctr" defTabSz="914400" rtl="0" eaLnBrk="0" fontAlgn="base" latinLnBrk="0" hangingPunct="0">
              <a:lnSpc>
                <a:spcPct val="100000"/>
              </a:lnSpc>
              <a:spcBef>
                <a:spcPct val="0"/>
              </a:spcBef>
              <a:spcAft>
                <a:spcPct val="0"/>
              </a:spcAft>
              <a:buClrTx/>
              <a:buSzTx/>
              <a:buFontTx/>
              <a:buNone/>
            </a:pPr>
            <a:r>
              <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rPr>
              <a:t>中国人民大学信息学院</a:t>
            </a: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a:p>
            <a:pPr marL="0" marR="0" indent="0" algn="ctr" defTabSz="914400" rtl="0" eaLnBrk="0" fontAlgn="base" latinLnBrk="0" hangingPunct="0">
              <a:lnSpc>
                <a:spcPct val="100000"/>
              </a:lnSpc>
              <a:spcBef>
                <a:spcPct val="0"/>
              </a:spcBef>
              <a:spcAft>
                <a:spcPct val="0"/>
              </a:spcAft>
              <a:buClrTx/>
              <a:buSzTx/>
              <a:buFontTx/>
              <a:buNone/>
            </a:pP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a:p>
            <a:pPr marL="0" marR="0" indent="0" algn="ctr" defTabSz="914400" rtl="0" eaLnBrk="0" fontAlgn="base" latinLnBrk="0" hangingPunct="0">
              <a:lnSpc>
                <a:spcPct val="100000"/>
              </a:lnSpc>
              <a:spcBef>
                <a:spcPct val="0"/>
              </a:spcBef>
              <a:spcAft>
                <a:spcPct val="0"/>
              </a:spcAft>
              <a:buClrTx/>
              <a:buSzTx/>
              <a:buFontTx/>
              <a:buNone/>
            </a:pP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a:p>
            <a:pPr marL="0" marR="0" indent="0" algn="ctr" defTabSz="914400" rtl="0" eaLnBrk="0" fontAlgn="base" latinLnBrk="0" hangingPunct="0">
              <a:lnSpc>
                <a:spcPct val="100000"/>
              </a:lnSpc>
              <a:spcBef>
                <a:spcPct val="0"/>
              </a:spcBef>
              <a:spcAft>
                <a:spcPct val="0"/>
              </a:spcAft>
              <a:buClrTx/>
              <a:buSzTx/>
              <a:buFontTx/>
              <a:buNone/>
            </a:pPr>
            <a:r>
              <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rPr>
              <a:t>数据库系统概论</a:t>
            </a: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5.png"/><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1.xml"/><Relationship Id="rId1" Type="http://schemas.openxmlformats.org/officeDocument/2006/relationships/image" Target="../media/image7.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1.xml"/><Relationship Id="rId1" Type="http://schemas.openxmlformats.org/officeDocument/2006/relationships/image" Target="../media/image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image" Target="../media/image10.jpe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1.xml"/><Relationship Id="rId1" Type="http://schemas.openxmlformats.org/officeDocument/2006/relationships/image" Target="../media/image11.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11.xml"/><Relationship Id="rId1" Type="http://schemas.openxmlformats.org/officeDocument/2006/relationships/image" Target="../media/image12.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11.xml"/><Relationship Id="rId1" Type="http://schemas.openxmlformats.org/officeDocument/2006/relationships/image" Target="../media/image1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11.xml"/><Relationship Id="rId1" Type="http://schemas.openxmlformats.org/officeDocument/2006/relationships/image" Target="../media/image14.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notesSlide" Target="../notesSlides/notesSlide62.xml"/><Relationship Id="rId2" Type="http://schemas.openxmlformats.org/officeDocument/2006/relationships/slideLayout" Target="../slideLayouts/slideLayout11.xml"/><Relationship Id="rId1" Type="http://schemas.openxmlformats.org/officeDocument/2006/relationships/image" Target="../media/image8.png"/></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63.xml"/><Relationship Id="rId2" Type="http://schemas.openxmlformats.org/officeDocument/2006/relationships/slideLayout" Target="../slideLayouts/slideLayout11.xml"/><Relationship Id="rId1" Type="http://schemas.openxmlformats.org/officeDocument/2006/relationships/image" Target="../media/image8.png"/></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ctrTitle"/>
          </p:nvPr>
        </p:nvSpPr>
        <p:spPr>
          <a:xfrm>
            <a:off x="1524000" y="1122363"/>
            <a:ext cx="9144000" cy="2387600"/>
          </a:xfrm>
        </p:spPr>
        <p:txBody>
          <a:bodyPr/>
          <a:lstStyle/>
          <a:p>
            <a:endParaRPr lang="zh-CN" altLang="en-US"/>
          </a:p>
        </p:txBody>
      </p:sp>
      <p:sp>
        <p:nvSpPr>
          <p:cNvPr id="5" name="副标题 2"/>
          <p:cNvSpPr>
            <a:spLocks noGrp="1"/>
          </p:cNvSpPr>
          <p:nvPr>
            <p:ph type="subTitle" idx="1"/>
          </p:nvPr>
        </p:nvSpPr>
        <p:spPr>
          <a:xfrm>
            <a:off x="1524000" y="3602038"/>
            <a:ext cx="9144000" cy="1655762"/>
          </a:xfrm>
        </p:spPr>
        <p:txBody>
          <a:bodyPr/>
          <a:lstStyle/>
          <a:p>
            <a:endParaRPr lang="zh-CN" altLang="en-US"/>
          </a:p>
        </p:txBody>
      </p:sp>
      <p:pic>
        <p:nvPicPr>
          <p:cNvPr id="6" name="图片 5"/>
          <p:cNvPicPr>
            <a:picLocks noChangeAspect="1"/>
          </p:cNvPicPr>
          <p:nvPr/>
        </p:nvPicPr>
        <p:blipFill>
          <a:blip r:embed="rId1">
            <a:extLst>
              <a:ext uri="{BEBA8EAE-BF5A-486C-A8C5-ECC9F3942E4B}">
                <a14:imgProps xmlns:a14="http://schemas.microsoft.com/office/drawing/2010/main">
                  <a14:imgLayer r:embed="rId2">
                    <a14:imgEffect>
                      <a14:brightnessContrast bright="-13000"/>
                    </a14:imgEffect>
                    <a14:imgEffect>
                      <a14:colorTemperature colorTemp="5050"/>
                    </a14:imgEffect>
                    <a14:imgEffect>
                      <a14:saturation sat="150000"/>
                    </a14:imgEffect>
                  </a14:imgLayer>
                </a14:imgProps>
              </a:ext>
              <a:ext uri="{28A0092B-C50C-407E-A947-70E740481C1C}">
                <a14:useLocalDpi xmlns:a14="http://schemas.microsoft.com/office/drawing/2010/main" val="0"/>
              </a:ext>
            </a:extLst>
          </a:blip>
          <a:stretch>
            <a:fillRect/>
          </a:stretch>
        </p:blipFill>
        <p:spPr>
          <a:xfrm>
            <a:off x="0" y="7642"/>
            <a:ext cx="12513417" cy="6858000"/>
          </a:xfrm>
          <a:prstGeom prst="rect">
            <a:avLst/>
          </a:prstGeom>
          <a:effectLst>
            <a:glow>
              <a:schemeClr val="accent1">
                <a:alpha val="40000"/>
              </a:schemeClr>
            </a:glow>
            <a:softEdge rad="0"/>
          </a:effectLst>
        </p:spPr>
      </p:pic>
      <p:sp>
        <p:nvSpPr>
          <p:cNvPr id="7" name="文本框 6"/>
          <p:cNvSpPr txBox="1"/>
          <p:nvPr/>
        </p:nvSpPr>
        <p:spPr>
          <a:xfrm>
            <a:off x="615614" y="2232898"/>
            <a:ext cx="10960767" cy="830997"/>
          </a:xfrm>
          <a:prstGeom prst="rect">
            <a:avLst/>
          </a:prstGeom>
          <a:noFill/>
        </p:spPr>
        <p:txBody>
          <a:bodyPr wrap="square" rtlCol="0">
            <a:spAutoFit/>
            <a:scene3d>
              <a:camera prst="orthographicFront"/>
              <a:lightRig rig="threePt" dir="t"/>
            </a:scene3d>
            <a:sp3d extrusionH="57150">
              <a:bevelT w="38100" h="38100"/>
              <a:bevelB w="38100" h="38100"/>
            </a:sp3d>
          </a:bodyPr>
          <a:lstStyle/>
          <a:p>
            <a:pPr algn="ctr">
              <a:buFont typeface="Arial" panose="020B0604020202020204" pitchFamily="34" charset="0"/>
            </a:pPr>
            <a:r>
              <a:rPr lang="en-US" altLang="zh-CN" sz="4800" b="1" dirty="0">
                <a:solidFill>
                  <a:schemeClr val="bg1"/>
                </a:solidFill>
                <a:latin typeface="Times New Roman" panose="02020603050405020304" pitchFamily="18" charset="0"/>
                <a:ea typeface="宋体" panose="02010600030101010101" pitchFamily="2" charset="-122"/>
                <a:sym typeface="宋体" panose="02010600030101010101" pitchFamily="2" charset="-122"/>
              </a:rPr>
              <a:t>Introduction to Database Systems</a:t>
            </a:r>
            <a:r>
              <a:rPr lang="zh-CN" altLang="en-US" sz="4800" dirty="0">
                <a:latin typeface="黑体" panose="02010609060101010101" pitchFamily="49" charset="-122"/>
                <a:ea typeface="黑体" panose="02010609060101010101" pitchFamily="49" charset="-122"/>
                <a:sym typeface="宋体" panose="02010600030101010101" pitchFamily="2" charset="-122"/>
              </a:rPr>
              <a:t> </a:t>
            </a:r>
            <a:endParaRPr lang="en-US" altLang="zh-CN" sz="4800" b="1" dirty="0">
              <a:solidFill>
                <a:schemeClr val="bg1"/>
              </a:solidFill>
              <a:latin typeface="Times New Roman" panose="02020603050405020304" pitchFamily="18" charset="0"/>
              <a:ea typeface="宋体" panose="02010600030101010101" pitchFamily="2" charset="-122"/>
              <a:sym typeface="宋体" panose="02010600030101010101" pitchFamily="2" charset="-122"/>
            </a:endParaRPr>
          </a:p>
        </p:txBody>
      </p:sp>
      <p:sp>
        <p:nvSpPr>
          <p:cNvPr id="10" name="矩形 9"/>
          <p:cNvSpPr/>
          <p:nvPr/>
        </p:nvSpPr>
        <p:spPr>
          <a:xfrm rot="18900000">
            <a:off x="5953558" y="3199971"/>
            <a:ext cx="284886" cy="284884"/>
          </a:xfrm>
          <a:prstGeom prst="rect">
            <a:avLst/>
          </a:prstGeom>
          <a:ln w="19050">
            <a:solidFill>
              <a:schemeClr val="bg1"/>
            </a:solidFill>
          </a:ln>
          <a:scene3d>
            <a:camera prst="orthographicFront"/>
            <a:lightRig rig="threePt" dir="t"/>
          </a:scene3d>
          <a:sp3d contourW="12700">
            <a:bevelB/>
            <a:contourClr>
              <a:schemeClr val="bg1"/>
            </a:contourClr>
          </a:sp3d>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nvGrpSpPr>
          <p:cNvPr id="15" name="组合 14"/>
          <p:cNvGrpSpPr/>
          <p:nvPr/>
        </p:nvGrpSpPr>
        <p:grpSpPr>
          <a:xfrm>
            <a:off x="2400300" y="3356992"/>
            <a:ext cx="7391400" cy="365792"/>
            <a:chOff x="2400300" y="3894867"/>
            <a:chExt cx="7391400" cy="365792"/>
          </a:xfrm>
        </p:grpSpPr>
        <p:cxnSp>
          <p:nvCxnSpPr>
            <p:cNvPr id="8" name="直接连接符 7"/>
            <p:cNvCxnSpPr/>
            <p:nvPr/>
          </p:nvCxnSpPr>
          <p:spPr>
            <a:xfrm>
              <a:off x="2400300" y="3910260"/>
              <a:ext cx="3368766" cy="0"/>
            </a:xfrm>
            <a:prstGeom prst="line">
              <a:avLst/>
            </a:prstGeom>
            <a:ln w="19050">
              <a:solidFill>
                <a:schemeClr val="bg1"/>
              </a:solidFill>
            </a:ln>
            <a:scene3d>
              <a:camera prst="orthographicFront"/>
              <a:lightRig rig="threePt" dir="t"/>
            </a:scene3d>
            <a:sp3d contourW="12700">
              <a:bevelB/>
              <a:contourClr>
                <a:schemeClr val="bg1"/>
              </a:contourClr>
            </a:sp3d>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6422934" y="3910260"/>
              <a:ext cx="3368766" cy="0"/>
            </a:xfrm>
            <a:prstGeom prst="line">
              <a:avLst/>
            </a:prstGeom>
            <a:ln w="19050">
              <a:solidFill>
                <a:schemeClr val="bg1"/>
              </a:solidFill>
            </a:ln>
            <a:scene3d>
              <a:camera prst="orthographicFront"/>
              <a:lightRig rig="threePt" dir="t"/>
            </a:scene3d>
            <a:sp3d contourW="12700">
              <a:bevelB/>
              <a:contourClr>
                <a:schemeClr val="bg1"/>
              </a:contourClr>
            </a:sp3d>
          </p:spPr>
          <p:style>
            <a:lnRef idx="1">
              <a:schemeClr val="accent1"/>
            </a:lnRef>
            <a:fillRef idx="0">
              <a:schemeClr val="accent1"/>
            </a:fillRef>
            <a:effectRef idx="0">
              <a:schemeClr val="accent1"/>
            </a:effectRef>
            <a:fontRef idx="minor">
              <a:schemeClr val="tx1"/>
            </a:fontRef>
          </p:style>
        </p:cxnSp>
        <p:pic>
          <p:nvPicPr>
            <p:cNvPr id="11" name="图片 10"/>
            <p:cNvPicPr>
              <a:picLocks noChangeAspect="1"/>
            </p:cNvPicPr>
            <p:nvPr/>
          </p:nvPicPr>
          <p:blipFill>
            <a:blip r:embed="rId3"/>
            <a:srcRect t="50000"/>
            <a:stretch>
              <a:fillRect/>
            </a:stretch>
          </p:blipFill>
          <p:spPr>
            <a:xfrm>
              <a:off x="5730208" y="3894867"/>
              <a:ext cx="731583" cy="365792"/>
            </a:xfrm>
            <a:custGeom>
              <a:avLst/>
              <a:gdLst>
                <a:gd name="connsiteX0" fmla="*/ 0 w 731583"/>
                <a:gd name="connsiteY0" fmla="*/ 0 h 365792"/>
                <a:gd name="connsiteX1" fmla="*/ 731583 w 731583"/>
                <a:gd name="connsiteY1" fmla="*/ 0 h 365792"/>
                <a:gd name="connsiteX2" fmla="*/ 731583 w 731583"/>
                <a:gd name="connsiteY2" fmla="*/ 365792 h 365792"/>
                <a:gd name="connsiteX3" fmla="*/ 0 w 731583"/>
                <a:gd name="connsiteY3" fmla="*/ 365792 h 365792"/>
              </a:gdLst>
              <a:ahLst/>
              <a:cxnLst>
                <a:cxn ang="0">
                  <a:pos x="connsiteX0" y="connsiteY0"/>
                </a:cxn>
                <a:cxn ang="0">
                  <a:pos x="connsiteX1" y="connsiteY1"/>
                </a:cxn>
                <a:cxn ang="0">
                  <a:pos x="connsiteX2" y="connsiteY2"/>
                </a:cxn>
                <a:cxn ang="0">
                  <a:pos x="connsiteX3" y="connsiteY3"/>
                </a:cxn>
              </a:cxnLst>
              <a:rect l="l" t="t" r="r" b="b"/>
              <a:pathLst>
                <a:path w="731583" h="365792">
                  <a:moveTo>
                    <a:pt x="0" y="0"/>
                  </a:moveTo>
                  <a:lnTo>
                    <a:pt x="731583" y="0"/>
                  </a:lnTo>
                  <a:lnTo>
                    <a:pt x="731583" y="365792"/>
                  </a:lnTo>
                  <a:lnTo>
                    <a:pt x="0" y="365792"/>
                  </a:lnTo>
                  <a:close/>
                </a:path>
              </a:pathLst>
            </a:custGeom>
          </p:spPr>
        </p:pic>
      </p:grpSp>
      <p:sp>
        <p:nvSpPr>
          <p:cNvPr id="12" name="矩形 11"/>
          <p:cNvSpPr/>
          <p:nvPr/>
        </p:nvSpPr>
        <p:spPr>
          <a:xfrm>
            <a:off x="4511824" y="5733256"/>
            <a:ext cx="3767506" cy="387798"/>
          </a:xfrm>
          <a:prstGeom prst="rect">
            <a:avLst/>
          </a:prstGeom>
        </p:spPr>
        <p:txBody>
          <a:bodyPr wrap="square">
            <a:spAutoFit/>
          </a:bodyPr>
          <a:lstStyle/>
          <a:p>
            <a:pPr algn="ctr">
              <a:lnSpc>
                <a:spcPct val="80000"/>
              </a:lnSpc>
              <a:spcBef>
                <a:spcPct val="20000"/>
              </a:spcBef>
              <a:buClrTx/>
              <a:buFont typeface="Wingdings" panose="05000000000000000000" pitchFamily="2" charset="2"/>
            </a:pPr>
            <a:r>
              <a:rPr lang="zh-CN" altLang="en-US" sz="2400" b="1" dirty="0">
                <a:solidFill>
                  <a:schemeClr val="bg1"/>
                </a:solidFill>
                <a:latin typeface="Times-Roman" charset="0"/>
                <a:ea typeface="隶书" panose="02010509060101010101" pitchFamily="49" charset="-122"/>
              </a:rPr>
              <a:t>中国人民大学信息学院</a:t>
            </a:r>
            <a:endParaRPr lang="zh-CN" altLang="en-US" sz="2400" b="1" dirty="0">
              <a:solidFill>
                <a:schemeClr val="bg1"/>
              </a:solidFill>
              <a:latin typeface="Times-Roman" charset="0"/>
              <a:ea typeface="隶书" panose="02010509060101010101" pitchFamily="49" charset="-122"/>
            </a:endParaRPr>
          </a:p>
        </p:txBody>
      </p:sp>
      <p:sp>
        <p:nvSpPr>
          <p:cNvPr id="14" name="文本框 13"/>
          <p:cNvSpPr txBox="1"/>
          <p:nvPr/>
        </p:nvSpPr>
        <p:spPr>
          <a:xfrm>
            <a:off x="1421816" y="1046085"/>
            <a:ext cx="8945479" cy="1107996"/>
          </a:xfrm>
          <a:prstGeom prst="rect">
            <a:avLst/>
          </a:prstGeom>
          <a:noFill/>
        </p:spPr>
        <p:txBody>
          <a:bodyPr wrap="square" rtlCol="0">
            <a:spAutoFit/>
            <a:scene3d>
              <a:camera prst="orthographicFront"/>
              <a:lightRig rig="threePt" dir="t"/>
            </a:scene3d>
            <a:sp3d extrusionH="57150">
              <a:bevelT w="38100" h="38100"/>
              <a:bevelB w="38100" h="38100"/>
            </a:sp3d>
          </a:bodyPr>
          <a:lstStyle/>
          <a:p>
            <a:pPr algn="ctr">
              <a:buFont typeface="Arial" panose="020B0604020202020204" pitchFamily="34" charset="0"/>
            </a:pPr>
            <a:r>
              <a:rPr lang="zh-CN" altLang="en-US" sz="6600" dirty="0">
                <a:solidFill>
                  <a:schemeClr val="bg1"/>
                </a:solidFill>
                <a:latin typeface="黑体" panose="02010609060101010101" pitchFamily="49" charset="-122"/>
                <a:ea typeface="黑体" panose="02010609060101010101" pitchFamily="49" charset="-122"/>
                <a:sym typeface="宋体" panose="02010600030101010101" pitchFamily="2" charset="-122"/>
              </a:rPr>
              <a:t>数据库系统概论</a:t>
            </a:r>
            <a:endParaRPr lang="en-US" altLang="zh-CN" sz="6600" dirty="0">
              <a:solidFill>
                <a:schemeClr val="bg1"/>
              </a:solidFill>
              <a:latin typeface="黑体" panose="02010609060101010101" pitchFamily="49" charset="-122"/>
              <a:ea typeface="黑体" panose="02010609060101010101" pitchFamily="49" charset="-122"/>
              <a:sym typeface="宋体" panose="02010600030101010101" pitchFamily="2" charset="-122"/>
            </a:endParaRPr>
          </a:p>
        </p:txBody>
      </p:sp>
      <p:sp>
        <p:nvSpPr>
          <p:cNvPr id="2" name="矩形 1"/>
          <p:cNvSpPr/>
          <p:nvPr/>
        </p:nvSpPr>
        <p:spPr>
          <a:xfrm>
            <a:off x="1854269" y="4293096"/>
            <a:ext cx="9498315" cy="2099036"/>
          </a:xfrm>
          <a:prstGeom prst="rect">
            <a:avLst/>
          </a:prstGeom>
        </p:spPr>
        <p:txBody>
          <a:bodyPr wrap="square">
            <a:spAutoFit/>
          </a:bodyPr>
          <a:lstStyle/>
          <a:p>
            <a:pPr algn="ctr">
              <a:lnSpc>
                <a:spcPct val="80000"/>
              </a:lnSpc>
              <a:spcBef>
                <a:spcPct val="20000"/>
              </a:spcBef>
            </a:pPr>
            <a:r>
              <a:rPr lang="zh-CN" altLang="en-US" sz="4800" b="1" dirty="0">
                <a:solidFill>
                  <a:schemeClr val="bg1"/>
                </a:solidFill>
                <a:latin typeface="黑体" panose="02010609060101010101" pitchFamily="49" charset="-122"/>
                <a:ea typeface="黑体" panose="02010609060101010101" pitchFamily="49" charset="-122"/>
                <a:sym typeface="+mn-ea"/>
              </a:rPr>
              <a:t>*第</a:t>
            </a:r>
            <a:r>
              <a:rPr lang="en-US" altLang="zh-CN" sz="4800" b="1" dirty="0">
                <a:solidFill>
                  <a:schemeClr val="bg1"/>
                </a:solidFill>
                <a:latin typeface="黑体" panose="02010609060101010101" pitchFamily="49" charset="-122"/>
                <a:ea typeface="黑体" panose="02010609060101010101" pitchFamily="49" charset="-122"/>
                <a:sym typeface="+mn-ea"/>
              </a:rPr>
              <a:t>13</a:t>
            </a:r>
            <a:r>
              <a:rPr lang="zh-CN" altLang="en-US" sz="4800" b="1" dirty="0">
                <a:solidFill>
                  <a:schemeClr val="bg1"/>
                </a:solidFill>
                <a:latin typeface="黑体" panose="02010609060101010101" pitchFamily="49" charset="-122"/>
                <a:ea typeface="黑体" panose="02010609060101010101" pitchFamily="49" charset="-122"/>
                <a:sym typeface="+mn-ea"/>
              </a:rPr>
              <a:t>章  </a:t>
            </a:r>
            <a:r>
              <a:rPr lang="zh-CN" altLang="en-US" sz="4800" b="1" dirty="0">
                <a:solidFill>
                  <a:schemeClr val="bg1"/>
                </a:solidFill>
                <a:latin typeface="黑体" panose="02010609060101010101" pitchFamily="49" charset="-122"/>
                <a:ea typeface="黑体" panose="02010609060101010101" pitchFamily="49" charset="-122"/>
                <a:sym typeface="宋体" panose="02010600030101010101" pitchFamily="2" charset="-122"/>
              </a:rPr>
              <a:t>数据库管理系统概述</a:t>
            </a:r>
            <a:endParaRPr lang="zh-CN" altLang="en-US" sz="4800" dirty="0">
              <a:solidFill>
                <a:schemeClr val="bg1"/>
              </a:solidFill>
              <a:latin typeface="黑体" panose="02010609060101010101" pitchFamily="49" charset="-122"/>
              <a:ea typeface="黑体" panose="02010609060101010101" pitchFamily="49" charset="-122"/>
            </a:endParaRPr>
          </a:p>
          <a:p>
            <a:pPr algn="ctr">
              <a:lnSpc>
                <a:spcPct val="80000"/>
              </a:lnSpc>
              <a:spcBef>
                <a:spcPct val="20000"/>
              </a:spcBef>
              <a:buClrTx/>
              <a:buFont typeface="Wingdings" panose="05000000000000000000" pitchFamily="2" charset="2"/>
            </a:pPr>
            <a:endParaRPr lang="zh-CN" altLang="en-US" sz="4800" dirty="0">
              <a:solidFill>
                <a:schemeClr val="bg1"/>
              </a:solidFill>
              <a:latin typeface="黑体" panose="02010609060101010101" pitchFamily="49" charset="-122"/>
              <a:ea typeface="黑体" panose="02010609060101010101" pitchFamily="49" charset="-122"/>
            </a:endParaRPr>
          </a:p>
          <a:p>
            <a:pPr algn="ctr">
              <a:lnSpc>
                <a:spcPct val="80000"/>
              </a:lnSpc>
              <a:spcBef>
                <a:spcPct val="20000"/>
              </a:spcBef>
              <a:buClrTx/>
              <a:buFont typeface="Wingdings" panose="05000000000000000000" pitchFamily="2" charset="2"/>
            </a:pPr>
            <a:endParaRPr lang="zh-CN" altLang="en-US" sz="4400" b="1" dirty="0">
              <a:solidFill>
                <a:schemeClr val="bg1"/>
              </a:solidFill>
              <a:latin typeface="Times-Roman" charset="0"/>
              <a:ea typeface="隶书" panose="02010509060101010101" pitchFamily="49"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775520" y="23811"/>
            <a:ext cx="8401051" cy="852488"/>
          </a:xfrm>
        </p:spPr>
        <p:txBody>
          <a:bodyPr/>
          <a:lstStyle/>
          <a:p>
            <a:pPr eaLnBrk="1" hangingPunct="1"/>
            <a:r>
              <a:rPr lang="zh-CN" altLang="zh-CN" sz="3600" dirty="0"/>
              <a:t>第</a:t>
            </a:r>
            <a:r>
              <a:rPr lang="en-US" altLang="zh-CN" sz="3600" dirty="0"/>
              <a:t>13</a:t>
            </a:r>
            <a:r>
              <a:rPr lang="zh-CN" altLang="zh-CN" sz="3600" dirty="0"/>
              <a:t>章  </a:t>
            </a:r>
            <a:r>
              <a:rPr lang="zh-CN" altLang="en-US" sz="3600" dirty="0"/>
              <a:t>导读</a:t>
            </a:r>
            <a:endParaRPr lang="zh-CN" altLang="en-US" sz="3600" dirty="0"/>
          </a:p>
        </p:txBody>
      </p:sp>
      <p:sp>
        <p:nvSpPr>
          <p:cNvPr id="9219" name="Rectangle 3"/>
          <p:cNvSpPr>
            <a:spLocks noGrp="1" noChangeArrowheads="1"/>
          </p:cNvSpPr>
          <p:nvPr>
            <p:ph type="body" idx="1"/>
          </p:nvPr>
        </p:nvSpPr>
        <p:spPr>
          <a:xfrm>
            <a:off x="1703512" y="1388118"/>
            <a:ext cx="8401050" cy="4345138"/>
          </a:xfrm>
        </p:spPr>
        <p:txBody>
          <a:bodyPr>
            <a:normAutofit lnSpcReduction="10000"/>
          </a:bodyPr>
          <a:lstStyle/>
          <a:p>
            <a:pPr eaLnBrk="1" hangingPunct="1">
              <a:lnSpc>
                <a:spcPct val="150000"/>
              </a:lnSpc>
              <a:spcBef>
                <a:spcPts val="0"/>
              </a:spcBef>
            </a:pPr>
            <a:r>
              <a:rPr lang="zh-CN" altLang="zh-CN" dirty="0">
                <a:latin typeface="宋体" panose="02010600030101010101" pitchFamily="2" charset="-122"/>
              </a:rPr>
              <a:t>数据库管理系统是对数据库中的</a:t>
            </a:r>
            <a:r>
              <a:rPr lang="zh-CN" altLang="zh-CN" dirty="0">
                <a:solidFill>
                  <a:srgbClr val="00B050"/>
                </a:solidFill>
                <a:latin typeface="黑体" panose="02010609060101010101" pitchFamily="49" charset="-122"/>
                <a:ea typeface="黑体" panose="02010609060101010101" pitchFamily="49" charset="-122"/>
              </a:rPr>
              <a:t>共享数据</a:t>
            </a:r>
            <a:r>
              <a:rPr lang="zh-CN" altLang="zh-CN" dirty="0">
                <a:latin typeface="宋体" panose="02010600030101010101" pitchFamily="2" charset="-122"/>
              </a:rPr>
              <a:t>进行有效的</a:t>
            </a:r>
            <a:r>
              <a:rPr lang="zh-CN" altLang="zh-CN" dirty="0">
                <a:solidFill>
                  <a:srgbClr val="00B050"/>
                </a:solidFill>
                <a:latin typeface="黑体" panose="02010609060101010101" pitchFamily="49" charset="-122"/>
                <a:ea typeface="黑体" panose="02010609060101010101" pitchFamily="49" charset="-122"/>
              </a:rPr>
              <a:t>组织</a:t>
            </a:r>
            <a:r>
              <a:rPr lang="zh-CN" altLang="zh-CN" dirty="0">
                <a:latin typeface="黑体" panose="02010609060101010101" pitchFamily="49" charset="-122"/>
                <a:ea typeface="黑体" panose="02010609060101010101" pitchFamily="49" charset="-122"/>
              </a:rPr>
              <a:t>、</a:t>
            </a:r>
            <a:r>
              <a:rPr lang="zh-CN" altLang="zh-CN" dirty="0">
                <a:solidFill>
                  <a:srgbClr val="00B050"/>
                </a:solidFill>
                <a:latin typeface="黑体" panose="02010609060101010101" pitchFamily="49" charset="-122"/>
                <a:ea typeface="黑体" panose="02010609060101010101" pitchFamily="49" charset="-122"/>
              </a:rPr>
              <a:t>存储</a:t>
            </a:r>
            <a:r>
              <a:rPr lang="zh-CN" altLang="zh-CN" dirty="0">
                <a:latin typeface="黑体" panose="02010609060101010101" pitchFamily="49" charset="-122"/>
                <a:ea typeface="黑体" panose="02010609060101010101" pitchFamily="49" charset="-122"/>
              </a:rPr>
              <a:t>、</a:t>
            </a:r>
            <a:r>
              <a:rPr lang="zh-CN" altLang="zh-CN" dirty="0">
                <a:solidFill>
                  <a:srgbClr val="00B050"/>
                </a:solidFill>
                <a:latin typeface="黑体" panose="02010609060101010101" pitchFamily="49" charset="-122"/>
                <a:ea typeface="黑体" panose="02010609060101010101" pitchFamily="49" charset="-122"/>
              </a:rPr>
              <a:t>管理</a:t>
            </a:r>
            <a:r>
              <a:rPr lang="zh-CN" altLang="zh-CN" dirty="0">
                <a:latin typeface="宋体" panose="02010600030101010101" pitchFamily="2" charset="-122"/>
              </a:rPr>
              <a:t>和</a:t>
            </a:r>
            <a:r>
              <a:rPr lang="zh-CN" altLang="zh-CN" dirty="0">
                <a:solidFill>
                  <a:srgbClr val="00B050"/>
                </a:solidFill>
                <a:latin typeface="黑体" panose="02010609060101010101" pitchFamily="49" charset="-122"/>
                <a:ea typeface="黑体" panose="02010609060101010101" pitchFamily="49" charset="-122"/>
              </a:rPr>
              <a:t>存取</a:t>
            </a:r>
            <a:r>
              <a:rPr lang="zh-CN" altLang="zh-CN" dirty="0">
                <a:latin typeface="宋体" panose="02010600030101010101" pitchFamily="2" charset="-122"/>
              </a:rPr>
              <a:t>的软件系统</a:t>
            </a:r>
            <a:r>
              <a:rPr lang="zh-CN" altLang="en-US" dirty="0">
                <a:latin typeface="宋体" panose="02010600030101010101" pitchFamily="2" charset="-122"/>
              </a:rPr>
              <a:t>。</a:t>
            </a:r>
            <a:endParaRPr lang="en-US" altLang="zh-CN" dirty="0">
              <a:latin typeface="宋体" panose="02010600030101010101" pitchFamily="2" charset="-122"/>
            </a:endParaRPr>
          </a:p>
          <a:p>
            <a:pPr eaLnBrk="1" hangingPunct="1">
              <a:lnSpc>
                <a:spcPct val="150000"/>
              </a:lnSpc>
              <a:spcBef>
                <a:spcPts val="0"/>
              </a:spcBef>
            </a:pPr>
            <a:r>
              <a:rPr lang="zh-CN" altLang="zh-CN" dirty="0">
                <a:latin typeface="宋体" panose="02010600030101010101" pitchFamily="2" charset="-122"/>
              </a:rPr>
              <a:t>阐述数据库管理系统的基本功能、系统结构及主要实现技术</a:t>
            </a:r>
            <a:r>
              <a:rPr lang="zh-CN" altLang="en-US" dirty="0">
                <a:latin typeface="宋体" panose="02010600030101010101" pitchFamily="2" charset="-122"/>
              </a:rPr>
              <a:t>。</a:t>
            </a:r>
            <a:endParaRPr lang="en-US" altLang="zh-CN" dirty="0">
              <a:latin typeface="宋体" panose="02010600030101010101" pitchFamily="2" charset="-122"/>
            </a:endParaRPr>
          </a:p>
          <a:p>
            <a:pPr eaLnBrk="1" hangingPunct="1">
              <a:lnSpc>
                <a:spcPct val="150000"/>
              </a:lnSpc>
              <a:spcBef>
                <a:spcPts val="0"/>
              </a:spcBef>
            </a:pPr>
            <a:r>
              <a:rPr lang="zh-CN" altLang="zh-CN" dirty="0">
                <a:latin typeface="宋体" panose="02010600030101010101" pitchFamily="2" charset="-122"/>
              </a:rPr>
              <a:t>面向数据库管理员和数据库应用系统开发人员</a:t>
            </a:r>
            <a:endParaRPr lang="en-US" altLang="zh-CN" dirty="0">
              <a:latin typeface="宋体" panose="02010600030101010101" pitchFamily="2" charset="-122"/>
            </a:endParaRPr>
          </a:p>
          <a:p>
            <a:pPr lvl="1" eaLnBrk="1" hangingPunct="1">
              <a:lnSpc>
                <a:spcPct val="150000"/>
              </a:lnSpc>
              <a:spcBef>
                <a:spcPts val="0"/>
              </a:spcBef>
            </a:pPr>
            <a:r>
              <a:rPr lang="zh-CN" altLang="en-US" dirty="0">
                <a:latin typeface="宋体" panose="02010600030101010101" pitchFamily="2" charset="-122"/>
              </a:rPr>
              <a:t>目的：</a:t>
            </a:r>
            <a:r>
              <a:rPr lang="zh-CN" altLang="zh-CN" dirty="0">
                <a:latin typeface="宋体" panose="02010600030101010101" pitchFamily="2" charset="-122"/>
              </a:rPr>
              <a:t>掌握数据库管理系统的基本概念和基本原理，更好地使用和维护数据库管理系统</a:t>
            </a:r>
            <a:endParaRPr lang="zh-CN" altLang="en-US" dirty="0">
              <a:latin typeface="宋体" panose="02010600030101010101" pitchFamily="2" charset="-122"/>
            </a:endParaRPr>
          </a:p>
          <a:p>
            <a:pPr marL="0" indent="0" eaLnBrk="1" hangingPunct="1">
              <a:buNone/>
            </a:pPr>
            <a:endParaRPr lang="zh-CN" altLang="en-US" dirty="0">
              <a:latin typeface="+mn-ea"/>
            </a:endParaRPr>
          </a:p>
        </p:txBody>
      </p:sp>
    </p:spTree>
  </p:cSld>
  <p:clrMapOvr>
    <a:masterClrMapping/>
  </p:clrMapOvr>
  <p:transition spd="slow">
    <p:wipe dir="d"/>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775520" y="23811"/>
            <a:ext cx="8401051" cy="852488"/>
          </a:xfrm>
        </p:spPr>
        <p:txBody>
          <a:bodyPr/>
          <a:lstStyle/>
          <a:p>
            <a:pPr eaLnBrk="1" hangingPunct="1"/>
            <a:r>
              <a:rPr lang="zh-CN" altLang="zh-CN" sz="3600" dirty="0">
                <a:latin typeface="宋体 (标题)"/>
              </a:rPr>
              <a:t>第</a:t>
            </a:r>
            <a:r>
              <a:rPr lang="en-US" altLang="zh-CN" sz="3600" dirty="0">
                <a:latin typeface="Arial" panose="020B0604020202020204" pitchFamily="34" charset="0"/>
                <a:cs typeface="Arial" panose="020B0604020202020204" pitchFamily="34" charset="0"/>
              </a:rPr>
              <a:t>13</a:t>
            </a:r>
            <a:r>
              <a:rPr lang="zh-CN" altLang="zh-CN" sz="3600" dirty="0">
                <a:latin typeface="宋体 (标题)"/>
              </a:rPr>
              <a:t>章  </a:t>
            </a:r>
            <a:r>
              <a:rPr lang="zh-CN" altLang="en-US" sz="3600" dirty="0">
                <a:latin typeface="宋体 (标题)"/>
              </a:rPr>
              <a:t>数据库管理系统概述</a:t>
            </a:r>
            <a:endParaRPr lang="zh-CN" altLang="en-US" sz="3600" dirty="0">
              <a:latin typeface="宋体 (标题)"/>
            </a:endParaRPr>
          </a:p>
        </p:txBody>
      </p:sp>
      <p:sp>
        <p:nvSpPr>
          <p:cNvPr id="9219" name="Rectangle 3"/>
          <p:cNvSpPr>
            <a:spLocks noGrp="1" noChangeArrowheads="1"/>
          </p:cNvSpPr>
          <p:nvPr>
            <p:ph type="body" idx="1"/>
          </p:nvPr>
        </p:nvSpPr>
        <p:spPr>
          <a:xfrm>
            <a:off x="2063552" y="1388773"/>
            <a:ext cx="7056139" cy="4056451"/>
          </a:xfrm>
        </p:spPr>
        <p:txBody>
          <a:bodyPr>
            <a:normAutofit fontScale="92500" lnSpcReduction="10000"/>
          </a:bodyPr>
          <a:lstStyle/>
          <a:p>
            <a:pPr marL="342900" lvl="1" indent="-342900" algn="just" eaLnBrk="1" hangingPunct="1">
              <a:lnSpc>
                <a:spcPct val="130000"/>
              </a:lnSpc>
              <a:spcBef>
                <a:spcPct val="20000"/>
              </a:spcBef>
              <a:buNone/>
              <a:defRPr/>
            </a:pPr>
            <a:r>
              <a:rPr lang="en-US" altLang="zh-CN" sz="2800" dirty="0">
                <a:solidFill>
                  <a:srgbClr val="0066FF"/>
                </a:solidFill>
                <a:cs typeface="+mn-cs"/>
              </a:rPr>
              <a:t>13.1</a:t>
            </a:r>
            <a:r>
              <a:rPr lang="zh-CN" altLang="en-US" sz="2800" dirty="0">
                <a:solidFill>
                  <a:srgbClr val="0066FF"/>
                </a:solidFill>
                <a:cs typeface="+mn-cs"/>
              </a:rPr>
              <a:t> 数据库管理系统的基本功能</a:t>
            </a:r>
            <a:endParaRPr lang="zh-CN" altLang="en-US" sz="2800" dirty="0">
              <a:solidFill>
                <a:srgbClr val="0066FF"/>
              </a:solidFill>
              <a:cs typeface="+mn-cs"/>
            </a:endParaRPr>
          </a:p>
          <a:p>
            <a:pPr marL="0" indent="0" algn="just" eaLnBrk="1" hangingPunct="1">
              <a:buNone/>
            </a:pPr>
            <a:r>
              <a:rPr lang="en-US" altLang="zh-CN" dirty="0">
                <a:latin typeface="Arial" panose="020B0604020202020204" pitchFamily="34" charset="0"/>
                <a:ea typeface="宋体" panose="02010600030101010101" pitchFamily="2" charset="-122"/>
              </a:rPr>
              <a:t>13.2</a:t>
            </a:r>
            <a:r>
              <a:rPr lang="zh-CN" altLang="en-US" dirty="0">
                <a:latin typeface="Arial" panose="020B0604020202020204" pitchFamily="34" charset="0"/>
                <a:ea typeface="宋体" panose="02010600030101010101" pitchFamily="2" charset="-122"/>
              </a:rPr>
              <a:t> 数据库管理系统的系统结构</a:t>
            </a:r>
            <a:endParaRPr lang="zh-CN" altLang="en-US"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13.3</a:t>
            </a:r>
            <a:r>
              <a:rPr lang="zh-CN" altLang="en-US" dirty="0">
                <a:latin typeface="Arial" panose="020B0604020202020204" pitchFamily="34" charset="0"/>
                <a:ea typeface="宋体" panose="02010600030101010101" pitchFamily="2" charset="-122"/>
              </a:rPr>
              <a:t> 语言处理层</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13.4</a:t>
            </a:r>
            <a:r>
              <a:rPr lang="zh-CN" altLang="en-US" dirty="0">
                <a:latin typeface="Arial" panose="020B0604020202020204" pitchFamily="34" charset="0"/>
                <a:ea typeface="宋体" panose="02010600030101010101" pitchFamily="2" charset="-122"/>
              </a:rPr>
              <a:t> 数据存取层</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13.5</a:t>
            </a:r>
            <a:r>
              <a:rPr lang="zh-CN" altLang="en-US" dirty="0">
                <a:latin typeface="Arial" panose="020B0604020202020204" pitchFamily="34" charset="0"/>
                <a:ea typeface="宋体" panose="02010600030101010101" pitchFamily="2" charset="-122"/>
              </a:rPr>
              <a:t> 缓冲区管理</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13.6</a:t>
            </a:r>
            <a:r>
              <a:rPr lang="zh-CN" altLang="en-US" dirty="0">
                <a:latin typeface="Arial" panose="020B0604020202020204" pitchFamily="34" charset="0"/>
                <a:ea typeface="宋体" panose="02010600030101010101" pitchFamily="2" charset="-122"/>
              </a:rPr>
              <a:t> 数据库的物理组织</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zh-CN" altLang="en-US" dirty="0">
                <a:latin typeface="Arial" panose="020B0604020202020204" pitchFamily="34" charset="0"/>
                <a:ea typeface="宋体" panose="02010600030101010101" pitchFamily="2" charset="-122"/>
              </a:rPr>
              <a:t>本章小结</a:t>
            </a:r>
            <a:endParaRPr lang="en-US" altLang="zh-CN" dirty="0">
              <a:latin typeface="Arial" panose="020B0604020202020204" pitchFamily="34" charset="0"/>
              <a:ea typeface="宋体" panose="02010600030101010101" pitchFamily="2" charset="-122"/>
            </a:endParaRPr>
          </a:p>
          <a:p>
            <a:pPr marL="0" indent="0" algn="just" eaLnBrk="1" hangingPunct="1">
              <a:buNone/>
            </a:pPr>
            <a:endParaRPr lang="zh-CN" altLang="en-US" dirty="0">
              <a:latin typeface="+mn-ea"/>
            </a:endParaRPr>
          </a:p>
          <a:p>
            <a:pPr marL="0" indent="0" algn="just" eaLnBrk="1" hangingPunct="1">
              <a:buNone/>
            </a:pPr>
            <a:endParaRPr lang="zh-CN" altLang="en-US" dirty="0">
              <a:latin typeface="+mn-ea"/>
            </a:endParaRPr>
          </a:p>
        </p:txBody>
      </p:sp>
    </p:spTree>
  </p:cSld>
  <p:clrMapOvr>
    <a:masterClrMapping/>
  </p:clrMapOvr>
  <p:transition spd="slow">
    <p:wipe dir="d"/>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7" name="页脚占位符 4"/>
          <p:cNvSpPr txBox="1">
            <a:spLocks noGrp="1" noChangeArrowheads="1"/>
          </p:cNvSpPr>
          <p:nvPr/>
        </p:nvSpPr>
        <p:spPr bwMode="auto">
          <a:xfrm>
            <a:off x="6581775" y="5643563"/>
            <a:ext cx="2700339" cy="2405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ct val="200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ctr" eaLnBrk="1" hangingPunct="1">
              <a:spcBef>
                <a:spcPct val="0"/>
              </a:spcBef>
              <a:buSzTx/>
              <a:buFont typeface="Arial" panose="020B0604020202020204" pitchFamily="34" charset="0"/>
              <a:buNone/>
            </a:pPr>
            <a:endParaRPr lang="en-US" altLang="zh-CN" sz="1050">
              <a:solidFill>
                <a:srgbClr val="F03628"/>
              </a:solidFill>
            </a:endParaRPr>
          </a:p>
        </p:txBody>
      </p:sp>
      <p:sp>
        <p:nvSpPr>
          <p:cNvPr id="9218" name="Rectangle 2"/>
          <p:cNvSpPr>
            <a:spLocks noGrp="1" noChangeArrowheads="1"/>
          </p:cNvSpPr>
          <p:nvPr>
            <p:ph type="title" idx="4294967295"/>
          </p:nvPr>
        </p:nvSpPr>
        <p:spPr>
          <a:xfrm>
            <a:off x="1981200" y="-40217"/>
            <a:ext cx="8229600" cy="876929"/>
          </a:xfrm>
        </p:spPr>
        <p:txBody>
          <a:bodyPr/>
          <a:lstStyle/>
          <a:p>
            <a:pPr algn="ctr" eaLnBrk="1" hangingPunct="1"/>
            <a:r>
              <a:rPr lang="en-US" altLang="zh-CN" sz="3600" b="1" dirty="0">
                <a:solidFill>
                  <a:schemeClr val="bg1"/>
                </a:solidFill>
                <a:latin typeface="Arial" panose="020B0604020202020204" pitchFamily="34" charset="0"/>
                <a:ea typeface="宋体" panose="02010600030101010101" pitchFamily="2" charset="-122"/>
              </a:rPr>
              <a:t>13.1 </a:t>
            </a:r>
            <a:r>
              <a:rPr lang="zh-CN" altLang="en-US" sz="3600" b="1" dirty="0">
                <a:solidFill>
                  <a:schemeClr val="bg1"/>
                </a:solidFill>
                <a:latin typeface="Arial" panose="020B0604020202020204" pitchFamily="34" charset="0"/>
                <a:ea typeface="宋体" panose="02010600030101010101" pitchFamily="2" charset="-122"/>
              </a:rPr>
              <a:t>数据库管理系统的基本功能</a:t>
            </a:r>
            <a:endParaRPr lang="zh-CN" altLang="en-US" sz="3600" b="1" dirty="0">
              <a:solidFill>
                <a:schemeClr val="bg1"/>
              </a:solidFill>
              <a:latin typeface="Arial" panose="020B0604020202020204" pitchFamily="34" charset="0"/>
              <a:ea typeface="宋体" panose="02010600030101010101" pitchFamily="2" charset="-122"/>
            </a:endParaRPr>
          </a:p>
        </p:txBody>
      </p:sp>
      <p:sp>
        <p:nvSpPr>
          <p:cNvPr id="9219" name="Rectangle 3"/>
          <p:cNvSpPr>
            <a:spLocks noGrp="1" noChangeArrowheads="1"/>
          </p:cNvSpPr>
          <p:nvPr>
            <p:ph type="body" idx="4294967295"/>
          </p:nvPr>
        </p:nvSpPr>
        <p:spPr>
          <a:xfrm>
            <a:off x="2063552" y="1353247"/>
            <a:ext cx="7787208" cy="4524025"/>
          </a:xfrm>
        </p:spPr>
        <p:txBody>
          <a:bodyPr/>
          <a:lstStyle/>
          <a:p>
            <a:pPr marL="457200" indent="-457200" algn="just" eaLnBrk="1" hangingPunct="1">
              <a:lnSpc>
                <a:spcPct val="130000"/>
              </a:lnSpc>
              <a:spcBef>
                <a:spcPct val="20000"/>
              </a:spcBef>
              <a:buNone/>
              <a:defRPr/>
            </a:pPr>
            <a:r>
              <a:rPr lang="en-US" altLang="zh-CN" b="1" dirty="0">
                <a:latin typeface="Arial" panose="020B0604020202020204" pitchFamily="34" charset="0"/>
                <a:ea typeface="宋体" panose="02010600030101010101" pitchFamily="2" charset="-122"/>
              </a:rPr>
              <a:t>1.</a:t>
            </a:r>
            <a:r>
              <a:rPr lang="zh-CN" altLang="en-US" b="1" dirty="0">
                <a:latin typeface="Arial" panose="020B0604020202020204" pitchFamily="34" charset="0"/>
                <a:ea typeface="宋体" panose="02010600030101010101" pitchFamily="2" charset="-122"/>
              </a:rPr>
              <a:t>数据库定义和创建</a:t>
            </a:r>
            <a:endParaRPr lang="zh-CN" altLang="en-US" b="1" dirty="0">
              <a:latin typeface="Arial" panose="020B0604020202020204" pitchFamily="34" charset="0"/>
              <a:ea typeface="宋体" panose="02010600030101010101" pitchFamily="2" charset="-122"/>
            </a:endParaRPr>
          </a:p>
          <a:p>
            <a:pPr marL="457200" indent="-457200" algn="just" eaLnBrk="1" hangingPunct="1">
              <a:lnSpc>
                <a:spcPct val="130000"/>
              </a:lnSpc>
              <a:spcBef>
                <a:spcPct val="20000"/>
              </a:spcBef>
              <a:buNone/>
              <a:defRPr/>
            </a:pPr>
            <a:r>
              <a:rPr lang="en-US" altLang="zh-CN" b="1" dirty="0">
                <a:latin typeface="Arial" panose="020B0604020202020204" pitchFamily="34" charset="0"/>
                <a:ea typeface="宋体" panose="02010600030101010101" pitchFamily="2" charset="-122"/>
              </a:rPr>
              <a:t>2.</a:t>
            </a:r>
            <a:r>
              <a:rPr lang="zh-CN" altLang="en-US" b="1" dirty="0">
                <a:latin typeface="Arial" panose="020B0604020202020204" pitchFamily="34" charset="0"/>
                <a:ea typeface="宋体" panose="02010600030101010101" pitchFamily="2" charset="-122"/>
              </a:rPr>
              <a:t>数据组织、存储和管理</a:t>
            </a:r>
            <a:endParaRPr lang="zh-CN" altLang="en-US" b="1" dirty="0">
              <a:latin typeface="Arial" panose="020B0604020202020204" pitchFamily="34" charset="0"/>
              <a:ea typeface="宋体" panose="02010600030101010101" pitchFamily="2" charset="-122"/>
            </a:endParaRPr>
          </a:p>
          <a:p>
            <a:pPr marL="457200" indent="-457200" algn="just" eaLnBrk="1" hangingPunct="1">
              <a:lnSpc>
                <a:spcPct val="130000"/>
              </a:lnSpc>
              <a:spcBef>
                <a:spcPct val="20000"/>
              </a:spcBef>
              <a:buNone/>
              <a:defRPr/>
            </a:pPr>
            <a:r>
              <a:rPr lang="en-US" altLang="zh-CN" b="1" dirty="0">
                <a:latin typeface="Arial" panose="020B0604020202020204" pitchFamily="34" charset="0"/>
                <a:ea typeface="宋体" panose="02010600030101010101" pitchFamily="2" charset="-122"/>
              </a:rPr>
              <a:t>3.</a:t>
            </a:r>
            <a:r>
              <a:rPr lang="zh-CN" altLang="en-US" b="1" dirty="0">
                <a:latin typeface="Arial" panose="020B0604020202020204" pitchFamily="34" charset="0"/>
                <a:ea typeface="宋体" panose="02010600030101010101" pitchFamily="2" charset="-122"/>
              </a:rPr>
              <a:t>数据存取</a:t>
            </a:r>
            <a:endParaRPr lang="en-US" altLang="zh-CN" b="1" dirty="0">
              <a:latin typeface="Arial" panose="020B0604020202020204" pitchFamily="34" charset="0"/>
              <a:ea typeface="宋体" panose="02010600030101010101" pitchFamily="2" charset="-122"/>
            </a:endParaRPr>
          </a:p>
          <a:p>
            <a:pPr marL="457200" indent="-457200" algn="just" eaLnBrk="1" hangingPunct="1">
              <a:lnSpc>
                <a:spcPct val="130000"/>
              </a:lnSpc>
              <a:spcBef>
                <a:spcPct val="20000"/>
              </a:spcBef>
              <a:buNone/>
              <a:defRPr/>
            </a:pPr>
            <a:r>
              <a:rPr lang="en-US" altLang="zh-CN" b="1" dirty="0">
                <a:latin typeface="Arial" panose="020B0604020202020204" pitchFamily="34" charset="0"/>
                <a:ea typeface="宋体" panose="02010600030101010101" pitchFamily="2" charset="-122"/>
              </a:rPr>
              <a:t>4.</a:t>
            </a:r>
            <a:r>
              <a:rPr lang="zh-CN" altLang="en-US" b="1" dirty="0">
                <a:latin typeface="Arial" panose="020B0604020202020204" pitchFamily="34" charset="0"/>
                <a:ea typeface="宋体" panose="02010600030101010101" pitchFamily="2" charset="-122"/>
              </a:rPr>
              <a:t>数据库事务管理和运行管理</a:t>
            </a:r>
            <a:endParaRPr lang="zh-CN" altLang="en-US" b="1" dirty="0">
              <a:latin typeface="Arial" panose="020B0604020202020204" pitchFamily="34" charset="0"/>
              <a:ea typeface="宋体" panose="02010600030101010101" pitchFamily="2" charset="-122"/>
            </a:endParaRPr>
          </a:p>
          <a:p>
            <a:pPr marL="457200" indent="-457200" algn="just" eaLnBrk="1" hangingPunct="1">
              <a:lnSpc>
                <a:spcPct val="130000"/>
              </a:lnSpc>
              <a:spcBef>
                <a:spcPct val="20000"/>
              </a:spcBef>
              <a:buNone/>
              <a:defRPr/>
            </a:pPr>
            <a:r>
              <a:rPr lang="en-US" altLang="zh-CN" b="1" dirty="0">
                <a:latin typeface="Arial" panose="020B0604020202020204" pitchFamily="34" charset="0"/>
                <a:ea typeface="宋体" panose="02010600030101010101" pitchFamily="2" charset="-122"/>
              </a:rPr>
              <a:t>5.</a:t>
            </a:r>
            <a:r>
              <a:rPr lang="zh-CN" altLang="en-US" b="1" dirty="0">
                <a:latin typeface="Arial" panose="020B0604020202020204" pitchFamily="34" charset="0"/>
                <a:ea typeface="宋体" panose="02010600030101010101" pitchFamily="2" charset="-122"/>
              </a:rPr>
              <a:t>数据库的建立和维护</a:t>
            </a:r>
            <a:endParaRPr lang="zh-CN" altLang="en-US" b="1" dirty="0">
              <a:latin typeface="Arial" panose="020B0604020202020204" pitchFamily="34" charset="0"/>
              <a:ea typeface="宋体" panose="02010600030101010101" pitchFamily="2" charset="-122"/>
            </a:endParaRPr>
          </a:p>
          <a:p>
            <a:pPr marL="457200" indent="-457200" algn="just" eaLnBrk="1" hangingPunct="1">
              <a:lnSpc>
                <a:spcPct val="130000"/>
              </a:lnSpc>
              <a:spcBef>
                <a:spcPct val="20000"/>
              </a:spcBef>
              <a:buNone/>
              <a:defRPr/>
            </a:pPr>
            <a:r>
              <a:rPr lang="en-US" altLang="zh-CN" b="1" dirty="0">
                <a:latin typeface="Arial" panose="020B0604020202020204" pitchFamily="34" charset="0"/>
                <a:ea typeface="宋体" panose="02010600030101010101" pitchFamily="2" charset="-122"/>
              </a:rPr>
              <a:t>6.</a:t>
            </a:r>
            <a:r>
              <a:rPr lang="zh-CN" altLang="en-US" b="1" dirty="0">
                <a:latin typeface="Arial" panose="020B0604020202020204" pitchFamily="34" charset="0"/>
                <a:ea typeface="宋体" panose="02010600030101010101" pitchFamily="2" charset="-122"/>
              </a:rPr>
              <a:t>其他功能</a:t>
            </a:r>
            <a:endParaRPr lang="zh-CN" altLang="en-US" b="1" dirty="0">
              <a:latin typeface="Arial" panose="020B0604020202020204" pitchFamily="34" charset="0"/>
              <a:ea typeface="宋体" panose="02010600030101010101" pitchFamily="2" charset="-122"/>
            </a:endParaRPr>
          </a:p>
        </p:txBody>
      </p:sp>
    </p:spTree>
  </p:cSld>
  <p:clrMapOvr>
    <a:masterClrMapping/>
  </p:clrMapOvr>
  <p:transition spd="slow">
    <p:wipe dir="d"/>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983432" y="1208360"/>
            <a:ext cx="8401051" cy="852488"/>
          </a:xfrm>
        </p:spPr>
        <p:txBody>
          <a:bodyPr/>
          <a:lstStyle/>
          <a:p>
            <a:pPr algn="l" eaLnBrk="1" hangingPunct="1"/>
            <a:r>
              <a:rPr lang="zh-CN" altLang="en-US" sz="2800" dirty="0">
                <a:solidFill>
                  <a:schemeClr val="tx1"/>
                </a:solidFill>
              </a:rPr>
              <a:t>1.</a:t>
            </a:r>
            <a:r>
              <a:rPr lang="zh-CN" altLang="en-US" sz="2800" dirty="0">
                <a:solidFill>
                  <a:schemeClr val="tx1"/>
                </a:solidFill>
                <a:latin typeface="Times New Roman" panose="02020603050405020304" pitchFamily="18" charset="0"/>
                <a:cs typeface="Times New Roman" panose="02020603050405020304" pitchFamily="18" charset="0"/>
              </a:rPr>
              <a:t> </a:t>
            </a:r>
            <a:r>
              <a:rPr lang="zh-CN" altLang="en-US" sz="2800" dirty="0">
                <a:solidFill>
                  <a:schemeClr val="tx1"/>
                </a:solidFill>
                <a:latin typeface="Times New Roman" panose="02020603050405020304" pitchFamily="18" charset="0"/>
              </a:rPr>
              <a:t>数据库定义和创建</a:t>
            </a:r>
            <a:endParaRPr lang="zh-CN" altLang="en-US" sz="2800" dirty="0">
              <a:solidFill>
                <a:schemeClr val="tx1"/>
              </a:solidFill>
            </a:endParaRPr>
          </a:p>
        </p:txBody>
      </p:sp>
      <p:sp>
        <p:nvSpPr>
          <p:cNvPr id="37891" name="Rectangle 3"/>
          <p:cNvSpPr>
            <a:spLocks noGrp="1" noChangeArrowheads="1"/>
          </p:cNvSpPr>
          <p:nvPr>
            <p:ph type="body" idx="1"/>
          </p:nvPr>
        </p:nvSpPr>
        <p:spPr>
          <a:xfrm>
            <a:off x="1199456" y="2091531"/>
            <a:ext cx="10585176" cy="3641725"/>
          </a:xfrm>
        </p:spPr>
        <p:txBody>
          <a:bodyPr/>
          <a:lstStyle/>
          <a:p>
            <a:pPr marL="400050" lvl="1" indent="-400050" algn="just" eaLnBrk="1" hangingPunct="1">
              <a:lnSpc>
                <a:spcPct val="120000"/>
              </a:lnSpc>
              <a:spcBef>
                <a:spcPts val="0"/>
              </a:spcBef>
            </a:pP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用数据定义语言定义和创建数据库模式、外模式、内模式等数据库对象。</a:t>
            </a:r>
            <a:endParaRPr lang="en-US" altLang="zh-CN" kern="1050" dirty="0">
              <a:effectLst/>
              <a:latin typeface="宋体" panose="02010600030101010101" pitchFamily="2" charset="-122"/>
              <a:ea typeface="宋体" panose="02010600030101010101" pitchFamily="2" charset="-122"/>
              <a:cs typeface="Times New Roman" panose="02020603050405020304" pitchFamily="18" charset="0"/>
            </a:endParaRPr>
          </a:p>
          <a:p>
            <a:pPr marL="1200150" lvl="3" indent="-342900" algn="just" eaLnBrk="1" hangingPunct="1">
              <a:lnSpc>
                <a:spcPct val="120000"/>
              </a:lnSpc>
              <a:spcBef>
                <a:spcPts val="0"/>
              </a:spcBef>
              <a:buFont typeface="Wingdings" panose="05000000000000000000" pitchFamily="2" charset="2"/>
              <a:buChar char="l"/>
            </a:pPr>
            <a:r>
              <a:rPr lang="zh-CN" altLang="zh-CN" sz="2400" kern="1050" dirty="0">
                <a:effectLst/>
                <a:latin typeface="宋体" panose="02010600030101010101" pitchFamily="2" charset="-122"/>
                <a:ea typeface="宋体" panose="02010600030101010101" pitchFamily="2" charset="-122"/>
                <a:cs typeface="Times New Roman" panose="02020603050405020304" pitchFamily="18" charset="0"/>
              </a:rPr>
              <a:t>关系数据库中就是建立数据库（或模式）、表、视图、索引等</a:t>
            </a:r>
            <a:endParaRPr lang="en-US" altLang="zh-CN" sz="2400" kern="1050" dirty="0">
              <a:effectLst/>
              <a:latin typeface="宋体" panose="02010600030101010101" pitchFamily="2" charset="-122"/>
              <a:ea typeface="宋体" panose="02010600030101010101" pitchFamily="2" charset="-122"/>
              <a:cs typeface="Times New Roman" panose="02020603050405020304" pitchFamily="18" charset="0"/>
            </a:endParaRPr>
          </a:p>
          <a:p>
            <a:pPr marL="1200150" lvl="3" indent="-342900" algn="just" eaLnBrk="1" hangingPunct="1">
              <a:lnSpc>
                <a:spcPct val="120000"/>
              </a:lnSpc>
              <a:spcBef>
                <a:spcPts val="0"/>
              </a:spcBef>
              <a:buFont typeface="Wingdings" panose="05000000000000000000" pitchFamily="2" charset="2"/>
              <a:buChar char="l"/>
            </a:pPr>
            <a:r>
              <a:rPr lang="zh-CN" altLang="en-US" sz="2400" dirty="0">
                <a:latin typeface="宋体" panose="02010600030101010101" pitchFamily="2" charset="-122"/>
                <a:ea typeface="宋体" panose="02010600030101010101" pitchFamily="2" charset="-122"/>
              </a:rPr>
              <a:t>创建用户</a:t>
            </a:r>
            <a:endParaRPr lang="en-US" altLang="zh-CN" sz="2400" dirty="0">
              <a:latin typeface="宋体" panose="02010600030101010101" pitchFamily="2" charset="-122"/>
              <a:ea typeface="宋体" panose="02010600030101010101" pitchFamily="2" charset="-122"/>
            </a:endParaRPr>
          </a:p>
          <a:p>
            <a:pPr marL="1200150" lvl="3" indent="-342900" algn="just" eaLnBrk="1" hangingPunct="1">
              <a:lnSpc>
                <a:spcPct val="120000"/>
              </a:lnSpc>
              <a:spcBef>
                <a:spcPts val="0"/>
              </a:spcBef>
              <a:buFont typeface="Wingdings" panose="05000000000000000000" pitchFamily="2" charset="2"/>
              <a:buChar char="l"/>
            </a:pPr>
            <a:r>
              <a:rPr lang="zh-CN" altLang="en-US" sz="2400" dirty="0">
                <a:latin typeface="宋体" panose="02010600030101010101" pitchFamily="2" charset="-122"/>
                <a:ea typeface="宋体" panose="02010600030101010101" pitchFamily="2" charset="-122"/>
              </a:rPr>
              <a:t>安全保密定义（如用户口令、级别、角色、存取权限）</a:t>
            </a:r>
            <a:endParaRPr lang="zh-CN" altLang="en-US" sz="2400" dirty="0">
              <a:latin typeface="宋体" panose="02010600030101010101" pitchFamily="2" charset="-122"/>
              <a:ea typeface="宋体" panose="02010600030101010101" pitchFamily="2" charset="-122"/>
            </a:endParaRPr>
          </a:p>
          <a:p>
            <a:pPr marL="1200150" lvl="3" indent="-342900" eaLnBrk="1" hangingPunct="1">
              <a:lnSpc>
                <a:spcPct val="120000"/>
              </a:lnSpc>
              <a:spcBef>
                <a:spcPts val="0"/>
              </a:spcBef>
              <a:buFont typeface="Wingdings" panose="05000000000000000000" pitchFamily="2" charset="2"/>
              <a:buChar char="l"/>
            </a:pPr>
            <a:r>
              <a:rPr lang="zh-CN" altLang="en-US" sz="2400" dirty="0">
                <a:latin typeface="宋体" panose="02010600030101010101" pitchFamily="2" charset="-122"/>
                <a:ea typeface="宋体" panose="02010600030101010101" pitchFamily="2" charset="-122"/>
              </a:rPr>
              <a:t>数据库完整性的定义</a:t>
            </a:r>
            <a:endParaRPr lang="en-US" altLang="zh-CN" sz="2400" dirty="0">
              <a:latin typeface="宋体" panose="02010600030101010101" pitchFamily="2" charset="-122"/>
              <a:ea typeface="宋体" panose="02010600030101010101" pitchFamily="2" charset="-122"/>
            </a:endParaRPr>
          </a:p>
          <a:p>
            <a:pPr lvl="1" eaLnBrk="1" hangingPunct="1">
              <a:lnSpc>
                <a:spcPct val="90000"/>
              </a:lnSpc>
            </a:pPr>
            <a:r>
              <a:rPr lang="zh-CN" altLang="en-US" dirty="0">
                <a:latin typeface="宋体" panose="02010600030101010101" pitchFamily="2" charset="-122"/>
                <a:ea typeface="宋体" panose="02010600030101010101" pitchFamily="2" charset="-122"/>
              </a:rPr>
              <a:t>定义存储在数据字典（亦称为系统目录）</a:t>
            </a:r>
            <a:endParaRPr lang="zh-CN" altLang="en-US" dirty="0">
              <a:latin typeface="宋体" panose="02010600030101010101" pitchFamily="2" charset="-122"/>
              <a:ea typeface="宋体" panose="02010600030101010101" pitchFamily="2" charset="-122"/>
            </a:endParaRPr>
          </a:p>
        </p:txBody>
      </p:sp>
      <p:sp>
        <p:nvSpPr>
          <p:cNvPr id="6" name="文本框 5"/>
          <p:cNvSpPr txBox="1"/>
          <p:nvPr/>
        </p:nvSpPr>
        <p:spPr>
          <a:xfrm>
            <a:off x="2423592" y="123197"/>
            <a:ext cx="7056784" cy="645160"/>
          </a:xfrm>
          <a:prstGeom prst="rect">
            <a:avLst/>
          </a:prstGeom>
          <a:noFill/>
        </p:spPr>
        <p:txBody>
          <a:bodyPr wrap="square">
            <a:spAutoFit/>
          </a:bodyPr>
          <a:lstStyle/>
          <a:p>
            <a:pPr algn="ctr" eaLnBrk="1" hangingPunct="1"/>
            <a:r>
              <a:rPr lang="zh-CN" altLang="en-US" sz="3600" b="1" dirty="0">
                <a:solidFill>
                  <a:schemeClr val="bg1"/>
                </a:solidFill>
                <a:latin typeface="宋体" panose="02010600030101010101" pitchFamily="2" charset="-122"/>
                <a:ea typeface="宋体" panose="02010600030101010101" pitchFamily="2" charset="-122"/>
                <a:cs typeface="+mj-cs"/>
              </a:rPr>
              <a:t>数据库管理系统的基本功能（续）</a:t>
            </a:r>
            <a:endParaRPr lang="zh-CN" altLang="en-US" sz="3600" b="1" dirty="0">
              <a:solidFill>
                <a:schemeClr val="bg1"/>
              </a:solidFill>
              <a:latin typeface="宋体" panose="02010600030101010101" pitchFamily="2" charset="-122"/>
              <a:ea typeface="宋体" panose="02010600030101010101" pitchFamily="2" charset="-122"/>
              <a:cs typeface="+mj-cs"/>
            </a:endParaRPr>
          </a:p>
        </p:txBody>
      </p:sp>
    </p:spTree>
  </p:cSld>
  <p:clrMapOvr>
    <a:masterClrMapping/>
  </p:clrMapOvr>
  <p:transition spd="slow">
    <p:wipe dir="d"/>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1343472" y="1196752"/>
            <a:ext cx="8401051" cy="852488"/>
          </a:xfrm>
        </p:spPr>
        <p:txBody>
          <a:bodyPr/>
          <a:lstStyle/>
          <a:p>
            <a:pPr algn="l" eaLnBrk="1" hangingPunct="1"/>
            <a:r>
              <a:rPr lang="zh-CN" altLang="en-US" sz="2800" dirty="0">
                <a:solidFill>
                  <a:schemeClr val="tx1"/>
                </a:solidFill>
              </a:rPr>
              <a:t>2.</a:t>
            </a:r>
            <a:r>
              <a:rPr lang="zh-CN" altLang="en-US" sz="2800" dirty="0">
                <a:solidFill>
                  <a:schemeClr val="tx1"/>
                </a:solidFill>
                <a:latin typeface="Times New Roman" panose="02020603050405020304" pitchFamily="18" charset="0"/>
                <a:cs typeface="Times New Roman" panose="02020603050405020304" pitchFamily="18" charset="0"/>
              </a:rPr>
              <a:t> 数据组织、管理和存储</a:t>
            </a:r>
            <a:endParaRPr lang="zh-CN" altLang="en-US" sz="2800" dirty="0">
              <a:solidFill>
                <a:schemeClr val="tx1"/>
              </a:solidFill>
            </a:endParaRPr>
          </a:p>
        </p:txBody>
      </p:sp>
      <p:sp>
        <p:nvSpPr>
          <p:cNvPr id="39939" name="Rectangle 3"/>
          <p:cNvSpPr>
            <a:spLocks noGrp="1" noChangeArrowheads="1"/>
          </p:cNvSpPr>
          <p:nvPr>
            <p:ph type="body" idx="1"/>
          </p:nvPr>
        </p:nvSpPr>
        <p:spPr>
          <a:xfrm>
            <a:off x="983432" y="2019523"/>
            <a:ext cx="10489283" cy="3641725"/>
          </a:xfrm>
        </p:spPr>
        <p:txBody>
          <a:bodyPr>
            <a:normAutofit/>
          </a:bodyPr>
          <a:lstStyle/>
          <a:p>
            <a:pPr lvl="1" algn="just" eaLnBrk="1" hangingPunct="1">
              <a:lnSpc>
                <a:spcPct val="110000"/>
              </a:lnSpc>
            </a:pPr>
            <a:r>
              <a:rPr lang="zh-CN" altLang="en-US" dirty="0">
                <a:latin typeface="宋体" panose="02010600030101010101" pitchFamily="2" charset="-122"/>
                <a:ea typeface="宋体" panose="02010600030101010101" pitchFamily="2" charset="-122"/>
              </a:rPr>
              <a:t>对象：数据字典、用户数据、存取路径</a:t>
            </a:r>
            <a:endParaRPr lang="en-US" altLang="zh-CN" dirty="0">
              <a:latin typeface="宋体" panose="02010600030101010101" pitchFamily="2" charset="-122"/>
              <a:ea typeface="宋体" panose="02010600030101010101" pitchFamily="2" charset="-122"/>
            </a:endParaRPr>
          </a:p>
          <a:p>
            <a:pPr lvl="1" algn="just" eaLnBrk="1" hangingPunct="1">
              <a:lnSpc>
                <a:spcPct val="110000"/>
              </a:lnSpc>
            </a:pPr>
            <a:r>
              <a:rPr lang="zh-CN" altLang="en-US" dirty="0">
                <a:latin typeface="宋体" panose="02010600030101010101" pitchFamily="2" charset="-122"/>
                <a:ea typeface="宋体" panose="02010600030101010101" pitchFamily="2" charset="-122"/>
              </a:rPr>
              <a:t>确定数据在存储器上的文件结构和存取方式以及实现数据间的联系</a:t>
            </a:r>
            <a:endParaRPr lang="en-US" altLang="zh-CN" dirty="0">
              <a:latin typeface="宋体" panose="02010600030101010101" pitchFamily="2" charset="-122"/>
              <a:ea typeface="宋体" panose="02010600030101010101" pitchFamily="2" charset="-122"/>
            </a:endParaRPr>
          </a:p>
          <a:p>
            <a:pPr lvl="1" algn="just" eaLnBrk="1" hangingPunct="1">
              <a:lnSpc>
                <a:spcPct val="110000"/>
              </a:lnSpc>
            </a:pPr>
            <a:r>
              <a:rPr lang="zh-CN" altLang="en-US" dirty="0">
                <a:latin typeface="宋体" panose="02010600030101010101" pitchFamily="2" charset="-122"/>
                <a:ea typeface="宋体" panose="02010600030101010101" pitchFamily="2" charset="-122"/>
              </a:rPr>
              <a:t>基本目标</a:t>
            </a:r>
            <a:endParaRPr lang="en-US" altLang="zh-CN" dirty="0">
              <a:latin typeface="宋体" panose="02010600030101010101" pitchFamily="2" charset="-122"/>
              <a:ea typeface="宋体" panose="02010600030101010101" pitchFamily="2" charset="-122"/>
            </a:endParaRPr>
          </a:p>
          <a:p>
            <a:pPr lvl="2" algn="just" eaLnBrk="1" hangingPunct="1">
              <a:lnSpc>
                <a:spcPct val="110000"/>
              </a:lnSpc>
              <a:buFont typeface="Wingdings" panose="05000000000000000000" pitchFamily="2" charset="2"/>
              <a:buChar char="l"/>
            </a:pPr>
            <a:r>
              <a:rPr lang="zh-CN" altLang="en-US" dirty="0">
                <a:latin typeface="宋体" panose="02010600030101010101" pitchFamily="2" charset="-122"/>
                <a:ea typeface="宋体" panose="02010600030101010101" pitchFamily="2" charset="-122"/>
              </a:rPr>
              <a:t>提高存取空间利用率和方便存取</a:t>
            </a:r>
            <a:endParaRPr lang="en-US" altLang="zh-CN" dirty="0">
              <a:latin typeface="宋体" panose="02010600030101010101" pitchFamily="2" charset="-122"/>
              <a:ea typeface="宋体" panose="02010600030101010101" pitchFamily="2" charset="-122"/>
            </a:endParaRPr>
          </a:p>
          <a:p>
            <a:pPr lvl="2" algn="just" eaLnBrk="1" hangingPunct="1">
              <a:lnSpc>
                <a:spcPct val="110000"/>
              </a:lnSpc>
              <a:buFont typeface="Wingdings" panose="05000000000000000000" pitchFamily="2" charset="2"/>
              <a:buChar char="l"/>
            </a:pPr>
            <a:r>
              <a:rPr lang="zh-CN" altLang="en-US" dirty="0">
                <a:latin typeface="宋体" panose="02010600030101010101" pitchFamily="2" charset="-122"/>
                <a:ea typeface="宋体" panose="02010600030101010101" pitchFamily="2" charset="-122"/>
              </a:rPr>
              <a:t>提供多种存取方法（如索引查找、</a:t>
            </a:r>
            <a:r>
              <a:rPr lang="zh-CN" altLang="en-US" dirty="0">
                <a:latin typeface="Arial" panose="020B0604020202020204" pitchFamily="34" charset="0"/>
                <a:ea typeface="宋体" panose="02010600030101010101" pitchFamily="2" charset="-122"/>
                <a:cs typeface="Arial" panose="020B0604020202020204" pitchFamily="34" charset="0"/>
              </a:rPr>
              <a:t>哈希</a:t>
            </a:r>
            <a:r>
              <a:rPr lang="zh-CN" altLang="en-US" dirty="0">
                <a:latin typeface="宋体" panose="02010600030101010101" pitchFamily="2" charset="-122"/>
                <a:ea typeface="宋体" panose="02010600030101010101" pitchFamily="2" charset="-122"/>
              </a:rPr>
              <a:t>查找、顺序查找等）提高存取效率</a:t>
            </a:r>
            <a:endParaRPr lang="en-US" altLang="zh-CN" dirty="0">
              <a:latin typeface="宋体" panose="02010600030101010101" pitchFamily="2" charset="-122"/>
              <a:ea typeface="宋体" panose="02010600030101010101" pitchFamily="2" charset="-122"/>
            </a:endParaRPr>
          </a:p>
        </p:txBody>
      </p:sp>
      <p:sp>
        <p:nvSpPr>
          <p:cNvPr id="5" name="文本框 4"/>
          <p:cNvSpPr txBox="1"/>
          <p:nvPr/>
        </p:nvSpPr>
        <p:spPr>
          <a:xfrm>
            <a:off x="2423592" y="123197"/>
            <a:ext cx="7056784" cy="645160"/>
          </a:xfrm>
          <a:prstGeom prst="rect">
            <a:avLst/>
          </a:prstGeom>
          <a:noFill/>
        </p:spPr>
        <p:txBody>
          <a:bodyPr wrap="square">
            <a:spAutoFit/>
          </a:bodyPr>
          <a:lstStyle/>
          <a:p>
            <a:pPr algn="ctr" eaLnBrk="1" hangingPunct="1"/>
            <a:r>
              <a:rPr lang="zh-CN" altLang="en-US" sz="3600" b="1" dirty="0">
                <a:solidFill>
                  <a:schemeClr val="bg1"/>
                </a:solidFill>
                <a:latin typeface="宋体" panose="02010600030101010101" pitchFamily="2" charset="-122"/>
                <a:ea typeface="宋体" panose="02010600030101010101" pitchFamily="2" charset="-122"/>
                <a:cs typeface="+mj-cs"/>
              </a:rPr>
              <a:t>数据库管理系统的基本功能（续）</a:t>
            </a:r>
            <a:endParaRPr lang="zh-CN" altLang="en-US" sz="3600" b="1" dirty="0">
              <a:solidFill>
                <a:schemeClr val="bg1"/>
              </a:solidFill>
              <a:latin typeface="宋体" panose="02010600030101010101" pitchFamily="2" charset="-122"/>
              <a:ea typeface="宋体" panose="02010600030101010101" pitchFamily="2" charset="-122"/>
              <a:cs typeface="+mj-cs"/>
            </a:endParaRPr>
          </a:p>
        </p:txBody>
      </p:sp>
    </p:spTree>
  </p:cSld>
  <p:clrMapOvr>
    <a:masterClrMapping/>
  </p:clrMapOvr>
  <p:transition spd="slow">
    <p:wipe dir="d"/>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1343472" y="1124744"/>
            <a:ext cx="8401051" cy="852488"/>
          </a:xfrm>
        </p:spPr>
        <p:txBody>
          <a:bodyPr/>
          <a:lstStyle/>
          <a:p>
            <a:pPr algn="l" eaLnBrk="1" hangingPunct="1"/>
            <a:r>
              <a:rPr lang="en-US" altLang="zh-CN" sz="2800" dirty="0">
                <a:solidFill>
                  <a:schemeClr val="tx1"/>
                </a:solidFill>
              </a:rPr>
              <a:t>3</a:t>
            </a:r>
            <a:r>
              <a:rPr lang="zh-CN" altLang="en-US" sz="2800" dirty="0">
                <a:solidFill>
                  <a:schemeClr val="tx1"/>
                </a:solidFill>
              </a:rPr>
              <a:t>.</a:t>
            </a:r>
            <a:r>
              <a:rPr lang="zh-CN" altLang="en-US" sz="2800" dirty="0">
                <a:solidFill>
                  <a:schemeClr val="tx1"/>
                </a:solidFill>
                <a:latin typeface="Times New Roman" panose="02020603050405020304" pitchFamily="18" charset="0"/>
                <a:cs typeface="Times New Roman" panose="02020603050405020304" pitchFamily="18" charset="0"/>
              </a:rPr>
              <a:t> </a:t>
            </a:r>
            <a:r>
              <a:rPr lang="zh-CN" altLang="en-US" sz="2800" dirty="0">
                <a:solidFill>
                  <a:schemeClr val="tx1"/>
                </a:solidFill>
                <a:latin typeface="Times New Roman" panose="02020603050405020304" pitchFamily="18" charset="0"/>
              </a:rPr>
              <a:t>数据存取</a:t>
            </a:r>
            <a:endParaRPr lang="zh-CN" altLang="en-US" sz="2800" dirty="0">
              <a:solidFill>
                <a:schemeClr val="tx1"/>
              </a:solidFill>
            </a:endParaRPr>
          </a:p>
        </p:txBody>
      </p:sp>
      <p:sp>
        <p:nvSpPr>
          <p:cNvPr id="39939" name="Rectangle 3"/>
          <p:cNvSpPr>
            <a:spLocks noGrp="1" noChangeArrowheads="1"/>
          </p:cNvSpPr>
          <p:nvPr>
            <p:ph type="body" idx="1"/>
          </p:nvPr>
        </p:nvSpPr>
        <p:spPr>
          <a:xfrm>
            <a:off x="1295349" y="1916832"/>
            <a:ext cx="8401051" cy="4300066"/>
          </a:xfrm>
        </p:spPr>
        <p:txBody>
          <a:bodyPr/>
          <a:lstStyle/>
          <a:p>
            <a:pPr lvl="1" algn="just" eaLnBrk="1" hangingPunct="1">
              <a:lnSpc>
                <a:spcPct val="110000"/>
              </a:lnSpc>
            </a:pPr>
            <a:r>
              <a:rPr lang="zh-CN" altLang="en-US" dirty="0">
                <a:latin typeface="宋体" panose="02010600030101010101" pitchFamily="2" charset="-122"/>
                <a:ea typeface="宋体" panose="02010600030101010101" pitchFamily="2" charset="-122"/>
              </a:rPr>
              <a:t>数据操纵语言（</a:t>
            </a:r>
            <a:r>
              <a:rPr lang="en-US" altLang="zh-CN" dirty="0">
                <a:latin typeface="Arial" panose="020B0604020202020204" pitchFamily="34" charset="0"/>
                <a:ea typeface="宋体" panose="02010600030101010101" pitchFamily="2" charset="-122"/>
                <a:cs typeface="Arial" panose="020B0604020202020204" pitchFamily="34" charset="0"/>
              </a:rPr>
              <a:t>DML</a:t>
            </a:r>
            <a:r>
              <a:rPr lang="en-US" altLang="zh-CN" dirty="0">
                <a:latin typeface="宋体" panose="02010600030101010101" pitchFamily="2" charset="-122"/>
                <a:ea typeface="宋体" panose="02010600030101010101" pitchFamily="2" charset="-122"/>
              </a:rPr>
              <a:t>）</a:t>
            </a:r>
            <a:endParaRPr lang="en-US" altLang="zh-CN" dirty="0">
              <a:latin typeface="宋体" panose="02010600030101010101" pitchFamily="2" charset="-122"/>
              <a:ea typeface="宋体" panose="02010600030101010101" pitchFamily="2" charset="-122"/>
            </a:endParaRPr>
          </a:p>
          <a:p>
            <a:pPr lvl="2" algn="just" eaLnBrk="1" hangingPunct="1">
              <a:lnSpc>
                <a:spcPct val="110000"/>
              </a:lnSpc>
              <a:spcBef>
                <a:spcPts val="600"/>
              </a:spcBef>
              <a:buFont typeface="Wingdings" panose="05000000000000000000" pitchFamily="2" charset="2"/>
              <a:buChar char="l"/>
            </a:pPr>
            <a:r>
              <a:rPr lang="zh-CN" altLang="en-US" sz="2200" dirty="0">
                <a:latin typeface="Times New Roman" panose="02020603050405020304" pitchFamily="18" charset="0"/>
              </a:rPr>
              <a:t>检索</a:t>
            </a:r>
            <a:endParaRPr lang="zh-CN" altLang="en-US" sz="2200" dirty="0">
              <a:latin typeface="Times New Roman" panose="02020603050405020304" pitchFamily="18" charset="0"/>
            </a:endParaRPr>
          </a:p>
          <a:p>
            <a:pPr lvl="2" algn="just" eaLnBrk="1" hangingPunct="1">
              <a:lnSpc>
                <a:spcPct val="110000"/>
              </a:lnSpc>
              <a:spcBef>
                <a:spcPts val="600"/>
              </a:spcBef>
              <a:buFont typeface="Wingdings" panose="05000000000000000000" pitchFamily="2" charset="2"/>
              <a:buChar char="l"/>
            </a:pPr>
            <a:r>
              <a:rPr lang="zh-CN" altLang="en-US" sz="2200" dirty="0">
                <a:latin typeface="Times New Roman" panose="02020603050405020304" pitchFamily="18" charset="0"/>
              </a:rPr>
              <a:t>插入</a:t>
            </a:r>
            <a:endParaRPr lang="zh-CN" altLang="en-US" sz="2200" dirty="0">
              <a:latin typeface="Times New Roman" panose="02020603050405020304" pitchFamily="18" charset="0"/>
            </a:endParaRPr>
          </a:p>
          <a:p>
            <a:pPr lvl="2" algn="just" eaLnBrk="1" hangingPunct="1">
              <a:lnSpc>
                <a:spcPct val="110000"/>
              </a:lnSpc>
              <a:spcBef>
                <a:spcPts val="600"/>
              </a:spcBef>
              <a:buFont typeface="Wingdings" panose="05000000000000000000" pitchFamily="2" charset="2"/>
              <a:buChar char="l"/>
            </a:pPr>
            <a:r>
              <a:rPr lang="zh-CN" altLang="en-US" sz="2200" dirty="0">
                <a:latin typeface="Times New Roman" panose="02020603050405020304" pitchFamily="18" charset="0"/>
              </a:rPr>
              <a:t>修改</a:t>
            </a:r>
            <a:endParaRPr lang="zh-CN" altLang="en-US" sz="2200" dirty="0">
              <a:latin typeface="Times New Roman" panose="02020603050405020304" pitchFamily="18" charset="0"/>
            </a:endParaRPr>
          </a:p>
          <a:p>
            <a:pPr lvl="2" algn="just" eaLnBrk="1" hangingPunct="1">
              <a:lnSpc>
                <a:spcPct val="110000"/>
              </a:lnSpc>
              <a:spcBef>
                <a:spcPts val="600"/>
              </a:spcBef>
              <a:buFont typeface="Wingdings" panose="05000000000000000000" pitchFamily="2" charset="2"/>
              <a:buChar char="l"/>
            </a:pPr>
            <a:r>
              <a:rPr lang="zh-CN" altLang="en-US" sz="2200" dirty="0">
                <a:latin typeface="Times New Roman" panose="02020603050405020304" pitchFamily="18" charset="0"/>
              </a:rPr>
              <a:t>删除</a:t>
            </a:r>
            <a:endParaRPr lang="zh-CN" altLang="en-US" sz="2200" dirty="0">
              <a:latin typeface="Times New Roman" panose="02020603050405020304" pitchFamily="18" charset="0"/>
            </a:endParaRPr>
          </a:p>
          <a:p>
            <a:pPr lvl="1" algn="just" eaLnBrk="1" hangingPunct="1">
              <a:lnSpc>
                <a:spcPct val="110000"/>
              </a:lnSpc>
            </a:pPr>
            <a:r>
              <a:rPr lang="zh-CN" altLang="en-US" dirty="0">
                <a:latin typeface="宋体" panose="02010600030101010101" pitchFamily="2" charset="-122"/>
                <a:ea typeface="宋体" panose="02010600030101010101" pitchFamily="2" charset="-122"/>
              </a:rPr>
              <a:t>两类</a:t>
            </a:r>
            <a:r>
              <a:rPr lang="en-US" altLang="zh-CN" dirty="0">
                <a:latin typeface="Arial" panose="020B0604020202020204" pitchFamily="34" charset="0"/>
                <a:ea typeface="宋体" panose="02010600030101010101" pitchFamily="2" charset="-122"/>
                <a:cs typeface="Arial" panose="020B0604020202020204" pitchFamily="34" charset="0"/>
              </a:rPr>
              <a:t>DML</a:t>
            </a:r>
            <a:endParaRPr lang="en-US" altLang="zh-CN" dirty="0">
              <a:latin typeface="Arial" panose="020B0604020202020204" pitchFamily="34" charset="0"/>
              <a:ea typeface="宋体" panose="02010600030101010101" pitchFamily="2" charset="-122"/>
              <a:cs typeface="Arial" panose="020B0604020202020204" pitchFamily="34" charset="0"/>
            </a:endParaRPr>
          </a:p>
          <a:p>
            <a:pPr lvl="2" algn="just" eaLnBrk="1" hangingPunct="1">
              <a:lnSpc>
                <a:spcPct val="110000"/>
              </a:lnSpc>
              <a:spcBef>
                <a:spcPts val="600"/>
              </a:spcBef>
              <a:buFont typeface="Wingdings" panose="05000000000000000000" pitchFamily="2" charset="2"/>
              <a:buChar char="l"/>
            </a:pPr>
            <a:r>
              <a:rPr lang="zh-CN" altLang="en-US" sz="2200" dirty="0">
                <a:latin typeface="Times New Roman" panose="02020603050405020304" pitchFamily="18" charset="0"/>
              </a:rPr>
              <a:t>宿主型语言</a:t>
            </a:r>
            <a:endParaRPr lang="zh-CN" altLang="en-US" sz="2200" dirty="0"/>
          </a:p>
          <a:p>
            <a:pPr lvl="2" algn="just" eaLnBrk="1" hangingPunct="1">
              <a:lnSpc>
                <a:spcPct val="110000"/>
              </a:lnSpc>
              <a:spcBef>
                <a:spcPts val="600"/>
              </a:spcBef>
              <a:buFont typeface="Wingdings" panose="05000000000000000000" pitchFamily="2" charset="2"/>
              <a:buChar char="l"/>
            </a:pPr>
            <a:r>
              <a:rPr lang="zh-CN" altLang="en-US" sz="2200" dirty="0">
                <a:latin typeface="Times New Roman" panose="02020603050405020304" pitchFamily="18" charset="0"/>
              </a:rPr>
              <a:t>自立（独立）型语言</a:t>
            </a:r>
            <a:endParaRPr lang="zh-CN" altLang="en-US" sz="2200" dirty="0"/>
          </a:p>
        </p:txBody>
      </p:sp>
      <p:sp>
        <p:nvSpPr>
          <p:cNvPr id="5" name="文本框 4"/>
          <p:cNvSpPr txBox="1"/>
          <p:nvPr/>
        </p:nvSpPr>
        <p:spPr>
          <a:xfrm>
            <a:off x="2423592" y="123197"/>
            <a:ext cx="7056784" cy="645160"/>
          </a:xfrm>
          <a:prstGeom prst="rect">
            <a:avLst/>
          </a:prstGeom>
          <a:noFill/>
        </p:spPr>
        <p:txBody>
          <a:bodyPr wrap="square">
            <a:spAutoFit/>
          </a:bodyPr>
          <a:lstStyle/>
          <a:p>
            <a:pPr algn="ctr" eaLnBrk="1" hangingPunct="1"/>
            <a:r>
              <a:rPr lang="zh-CN" altLang="en-US" sz="3600" b="1" dirty="0">
                <a:solidFill>
                  <a:schemeClr val="bg1"/>
                </a:solidFill>
                <a:latin typeface="宋体" panose="02010600030101010101" pitchFamily="2" charset="-122"/>
                <a:ea typeface="宋体" panose="02010600030101010101" pitchFamily="2" charset="-122"/>
                <a:cs typeface="+mj-cs"/>
              </a:rPr>
              <a:t>数据库管理系统的基本功能（续）</a:t>
            </a:r>
            <a:endParaRPr lang="zh-CN" altLang="en-US" sz="3600" b="1" dirty="0">
              <a:solidFill>
                <a:schemeClr val="bg1"/>
              </a:solidFill>
              <a:latin typeface="宋体" panose="02010600030101010101" pitchFamily="2" charset="-122"/>
              <a:ea typeface="宋体" panose="02010600030101010101" pitchFamily="2" charset="-122"/>
              <a:cs typeface="+mj-cs"/>
            </a:endParaRPr>
          </a:p>
        </p:txBody>
      </p:sp>
    </p:spTree>
  </p:cSld>
  <p:clrMapOvr>
    <a:masterClrMapping/>
  </p:clrMapOvr>
  <p:transition spd="slow">
    <p:wipe di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983432" y="1196752"/>
            <a:ext cx="8401051" cy="852488"/>
          </a:xfrm>
        </p:spPr>
        <p:txBody>
          <a:bodyPr/>
          <a:lstStyle/>
          <a:p>
            <a:pPr algn="l" eaLnBrk="1" hangingPunct="1"/>
            <a:r>
              <a:rPr lang="en-US" altLang="zh-CN" sz="2800" dirty="0">
                <a:solidFill>
                  <a:schemeClr val="tx1"/>
                </a:solidFill>
              </a:rPr>
              <a:t>4</a:t>
            </a:r>
            <a:r>
              <a:rPr lang="zh-CN" altLang="en-US" sz="2800" dirty="0">
                <a:solidFill>
                  <a:schemeClr val="tx1"/>
                </a:solidFill>
              </a:rPr>
              <a:t>.</a:t>
            </a:r>
            <a:r>
              <a:rPr lang="zh-CN" altLang="en-US" sz="2800" dirty="0">
                <a:solidFill>
                  <a:schemeClr val="tx1"/>
                </a:solidFill>
                <a:latin typeface="Times New Roman" panose="02020603050405020304" pitchFamily="18" charset="0"/>
                <a:cs typeface="Times New Roman" panose="02020603050405020304" pitchFamily="18" charset="0"/>
              </a:rPr>
              <a:t>  </a:t>
            </a:r>
            <a:r>
              <a:rPr lang="zh-CN" altLang="en-US" sz="2800" dirty="0">
                <a:solidFill>
                  <a:schemeClr val="tx1"/>
                </a:solidFill>
                <a:latin typeface="Times New Roman" panose="02020603050405020304" pitchFamily="18" charset="0"/>
              </a:rPr>
              <a:t>数据库事务管理和运行管理</a:t>
            </a:r>
            <a:endParaRPr lang="zh-CN" altLang="en-US" sz="2800" dirty="0">
              <a:solidFill>
                <a:schemeClr val="tx1"/>
              </a:solidFill>
            </a:endParaRPr>
          </a:p>
        </p:txBody>
      </p:sp>
      <p:sp>
        <p:nvSpPr>
          <p:cNvPr id="41987" name="Rectangle 3"/>
          <p:cNvSpPr>
            <a:spLocks noGrp="1" noChangeArrowheads="1"/>
          </p:cNvSpPr>
          <p:nvPr>
            <p:ph type="body" idx="1"/>
          </p:nvPr>
        </p:nvSpPr>
        <p:spPr>
          <a:xfrm>
            <a:off x="983432" y="2060848"/>
            <a:ext cx="7584902" cy="4394629"/>
          </a:xfrm>
        </p:spPr>
        <p:txBody>
          <a:bodyPr/>
          <a:lstStyle/>
          <a:p>
            <a:pPr lvl="1" algn="just" eaLnBrk="1" hangingPunct="1">
              <a:spcAft>
                <a:spcPct val="20000"/>
              </a:spcAft>
            </a:pPr>
            <a:r>
              <a:rPr lang="zh-CN" altLang="en-US" dirty="0">
                <a:latin typeface="宋体" panose="02010600030101010101" pitchFamily="2" charset="-122"/>
                <a:ea typeface="宋体" panose="02010600030101010101" pitchFamily="2" charset="-122"/>
              </a:rPr>
              <a:t>多用户环境下的事务管理和安全性、完整性控制</a:t>
            </a:r>
            <a:endParaRPr lang="zh-CN" altLang="en-US" dirty="0">
              <a:latin typeface="宋体" panose="02010600030101010101" pitchFamily="2" charset="-122"/>
              <a:ea typeface="宋体" panose="02010600030101010101" pitchFamily="2" charset="-122"/>
            </a:endParaRPr>
          </a:p>
          <a:p>
            <a:pPr lvl="1" algn="just" eaLnBrk="1" hangingPunct="1">
              <a:spcAft>
                <a:spcPct val="20000"/>
              </a:spcAft>
            </a:pPr>
            <a:r>
              <a:rPr lang="zh-CN" altLang="en-US" dirty="0">
                <a:latin typeface="宋体" panose="02010600030101010101" pitchFamily="2" charset="-122"/>
                <a:ea typeface="宋体" panose="02010600030101010101" pitchFamily="2" charset="-122"/>
              </a:rPr>
              <a:t>数据库恢复</a:t>
            </a:r>
            <a:endParaRPr lang="en-US" altLang="zh-CN" dirty="0">
              <a:latin typeface="宋体" panose="02010600030101010101" pitchFamily="2" charset="-122"/>
              <a:ea typeface="宋体" panose="02010600030101010101" pitchFamily="2" charset="-122"/>
            </a:endParaRPr>
          </a:p>
          <a:p>
            <a:pPr lvl="1" algn="just" eaLnBrk="1" hangingPunct="1">
              <a:spcAft>
                <a:spcPct val="20000"/>
              </a:spcAft>
            </a:pPr>
            <a:r>
              <a:rPr lang="zh-CN" altLang="en-US" dirty="0">
                <a:latin typeface="宋体" panose="02010600030101010101" pitchFamily="2" charset="-122"/>
                <a:ea typeface="宋体" panose="02010600030101010101" pitchFamily="2" charset="-122"/>
              </a:rPr>
              <a:t>并发控制和死锁检测（或死锁防止）</a:t>
            </a:r>
            <a:endParaRPr lang="zh-CN" altLang="en-US" dirty="0">
              <a:latin typeface="宋体" panose="02010600030101010101" pitchFamily="2" charset="-122"/>
              <a:ea typeface="宋体" panose="02010600030101010101" pitchFamily="2" charset="-122"/>
            </a:endParaRPr>
          </a:p>
          <a:p>
            <a:pPr lvl="1" algn="just" eaLnBrk="1" hangingPunct="1">
              <a:spcAft>
                <a:spcPct val="20000"/>
              </a:spcAft>
            </a:pPr>
            <a:r>
              <a:rPr lang="zh-CN" altLang="en-US" dirty="0">
                <a:latin typeface="宋体" panose="02010600030101010101" pitchFamily="2" charset="-122"/>
                <a:ea typeface="宋体" panose="02010600030101010101" pitchFamily="2" charset="-122"/>
              </a:rPr>
              <a:t>安全性检查和存取控制</a:t>
            </a:r>
            <a:endParaRPr lang="zh-CN" altLang="en-US" dirty="0">
              <a:latin typeface="宋体" panose="02010600030101010101" pitchFamily="2" charset="-122"/>
              <a:ea typeface="宋体" panose="02010600030101010101" pitchFamily="2" charset="-122"/>
            </a:endParaRPr>
          </a:p>
          <a:p>
            <a:pPr lvl="1" algn="just" eaLnBrk="1" hangingPunct="1">
              <a:spcAft>
                <a:spcPct val="20000"/>
              </a:spcAft>
            </a:pPr>
            <a:r>
              <a:rPr lang="zh-CN" altLang="en-US" dirty="0">
                <a:latin typeface="宋体" panose="02010600030101010101" pitchFamily="2" charset="-122"/>
                <a:ea typeface="宋体" panose="02010600030101010101" pitchFamily="2" charset="-122"/>
              </a:rPr>
              <a:t>完整性检查和执行</a:t>
            </a:r>
            <a:endParaRPr lang="zh-CN" altLang="en-US" dirty="0">
              <a:latin typeface="宋体" panose="02010600030101010101" pitchFamily="2" charset="-122"/>
              <a:ea typeface="宋体" panose="02010600030101010101" pitchFamily="2" charset="-122"/>
            </a:endParaRPr>
          </a:p>
          <a:p>
            <a:pPr lvl="1" algn="just" eaLnBrk="1" hangingPunct="1">
              <a:spcAft>
                <a:spcPct val="20000"/>
              </a:spcAft>
            </a:pPr>
            <a:r>
              <a:rPr lang="zh-CN" altLang="en-US" dirty="0">
                <a:latin typeface="宋体" panose="02010600030101010101" pitchFamily="2" charset="-122"/>
                <a:ea typeface="宋体" panose="02010600030101010101" pitchFamily="2" charset="-122"/>
              </a:rPr>
              <a:t>运行日志的组织管理</a:t>
            </a:r>
            <a:endParaRPr lang="zh-CN" altLang="en-US" dirty="0">
              <a:latin typeface="宋体" panose="02010600030101010101" pitchFamily="2" charset="-122"/>
              <a:ea typeface="宋体" panose="02010600030101010101" pitchFamily="2" charset="-122"/>
            </a:endParaRPr>
          </a:p>
        </p:txBody>
      </p:sp>
      <p:sp>
        <p:nvSpPr>
          <p:cNvPr id="5" name="文本框 4"/>
          <p:cNvSpPr txBox="1"/>
          <p:nvPr/>
        </p:nvSpPr>
        <p:spPr>
          <a:xfrm>
            <a:off x="2423592" y="123197"/>
            <a:ext cx="7056784" cy="645160"/>
          </a:xfrm>
          <a:prstGeom prst="rect">
            <a:avLst/>
          </a:prstGeom>
          <a:noFill/>
        </p:spPr>
        <p:txBody>
          <a:bodyPr wrap="square">
            <a:spAutoFit/>
          </a:bodyPr>
          <a:lstStyle/>
          <a:p>
            <a:pPr algn="ctr" eaLnBrk="1" hangingPunct="1"/>
            <a:r>
              <a:rPr lang="zh-CN" altLang="en-US" sz="3600" b="1" dirty="0">
                <a:solidFill>
                  <a:schemeClr val="bg1"/>
                </a:solidFill>
                <a:latin typeface="宋体" panose="02010600030101010101" pitchFamily="2" charset="-122"/>
                <a:ea typeface="宋体" panose="02010600030101010101" pitchFamily="2" charset="-122"/>
                <a:cs typeface="+mj-cs"/>
              </a:rPr>
              <a:t>数据库管理系统的基本功能（续）</a:t>
            </a:r>
            <a:endParaRPr lang="zh-CN" altLang="en-US" sz="3600" b="1" dirty="0">
              <a:solidFill>
                <a:schemeClr val="bg1"/>
              </a:solidFill>
              <a:latin typeface="宋体" panose="02010600030101010101" pitchFamily="2" charset="-122"/>
              <a:ea typeface="宋体" panose="02010600030101010101" pitchFamily="2" charset="-122"/>
              <a:cs typeface="+mj-cs"/>
            </a:endParaRPr>
          </a:p>
        </p:txBody>
      </p:sp>
    </p:spTree>
  </p:cSld>
  <p:clrMapOvr>
    <a:masterClrMapping/>
  </p:clrMapOvr>
  <p:transition spd="slow">
    <p:wipe dir="d"/>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xfrm>
            <a:off x="1846967" y="1412876"/>
            <a:ext cx="8401051" cy="852488"/>
          </a:xfrm>
        </p:spPr>
        <p:txBody>
          <a:bodyPr/>
          <a:lstStyle/>
          <a:p>
            <a:pPr algn="l" eaLnBrk="1" hangingPunct="1"/>
            <a:r>
              <a:rPr lang="en-US" altLang="zh-CN" sz="2800" dirty="0">
                <a:solidFill>
                  <a:schemeClr val="tx1"/>
                </a:solidFill>
              </a:rPr>
              <a:t>5</a:t>
            </a:r>
            <a:r>
              <a:rPr lang="zh-CN" altLang="en-US" sz="2800" dirty="0">
                <a:solidFill>
                  <a:schemeClr val="tx1"/>
                </a:solidFill>
              </a:rPr>
              <a:t>.</a:t>
            </a:r>
            <a:r>
              <a:rPr lang="zh-CN" altLang="en-US" sz="2800" dirty="0">
                <a:solidFill>
                  <a:schemeClr val="tx1"/>
                </a:solidFill>
                <a:latin typeface="+mj-ea"/>
              </a:rPr>
              <a:t>数据库的建立和维护</a:t>
            </a:r>
            <a:endParaRPr lang="zh-CN" altLang="en-US" sz="2800" dirty="0">
              <a:solidFill>
                <a:schemeClr val="tx1"/>
              </a:solidFill>
              <a:latin typeface="+mj-ea"/>
            </a:endParaRPr>
          </a:p>
        </p:txBody>
      </p:sp>
      <p:sp>
        <p:nvSpPr>
          <p:cNvPr id="50179" name="Rectangle 3"/>
          <p:cNvSpPr>
            <a:spLocks noGrp="1" noChangeArrowheads="1"/>
          </p:cNvSpPr>
          <p:nvPr>
            <p:ph type="body" idx="1"/>
          </p:nvPr>
        </p:nvSpPr>
        <p:spPr>
          <a:xfrm>
            <a:off x="2063552" y="2348880"/>
            <a:ext cx="8075240" cy="3641725"/>
          </a:xfrm>
        </p:spPr>
        <p:txBody>
          <a:bodyPr/>
          <a:lstStyle/>
          <a:p>
            <a:pPr marL="342900" lvl="1" indent="-342900" algn="just" eaLnBrk="1" hangingPunct="1">
              <a:spcAft>
                <a:spcPct val="20000"/>
              </a:spcAft>
            </a:pPr>
            <a:r>
              <a:rPr lang="zh-CN" altLang="en-US" dirty="0">
                <a:latin typeface="Times New Roman" panose="02020603050405020304" pitchFamily="18" charset="0"/>
                <a:cs typeface="+mn-cs"/>
              </a:rPr>
              <a:t>数据库的初始建立</a:t>
            </a:r>
            <a:endParaRPr lang="zh-CN" altLang="en-US" dirty="0">
              <a:latin typeface="Times New Roman" panose="02020603050405020304" pitchFamily="18" charset="0"/>
              <a:cs typeface="+mn-cs"/>
            </a:endParaRPr>
          </a:p>
          <a:p>
            <a:pPr marL="342900" lvl="1" indent="-342900" algn="just" eaLnBrk="1" hangingPunct="1">
              <a:spcAft>
                <a:spcPct val="20000"/>
              </a:spcAft>
            </a:pPr>
            <a:r>
              <a:rPr lang="zh-CN" altLang="en-US" dirty="0">
                <a:latin typeface="Times New Roman" panose="02020603050405020304" pitchFamily="18" charset="0"/>
                <a:cs typeface="+mn-cs"/>
              </a:rPr>
              <a:t>数据的转换</a:t>
            </a:r>
            <a:endParaRPr lang="en-US" altLang="zh-CN" dirty="0">
              <a:latin typeface="Times New Roman" panose="02020603050405020304" pitchFamily="18" charset="0"/>
              <a:cs typeface="+mn-cs"/>
            </a:endParaRPr>
          </a:p>
          <a:p>
            <a:pPr marL="342900" lvl="1" indent="-342900" algn="just" eaLnBrk="1" hangingPunct="1">
              <a:spcAft>
                <a:spcPct val="20000"/>
              </a:spcAft>
            </a:pPr>
            <a:r>
              <a:rPr lang="zh-CN" altLang="en-US" dirty="0">
                <a:latin typeface="Times New Roman" panose="02020603050405020304" pitchFamily="18" charset="0"/>
                <a:cs typeface="+mn-cs"/>
              </a:rPr>
              <a:t>数据库的转储和恢复</a:t>
            </a:r>
            <a:endParaRPr lang="en-US" altLang="zh-CN" dirty="0">
              <a:latin typeface="Times New Roman" panose="02020603050405020304" pitchFamily="18" charset="0"/>
              <a:cs typeface="+mn-cs"/>
            </a:endParaRPr>
          </a:p>
          <a:p>
            <a:pPr marL="342900" lvl="1" indent="-342900" algn="just" eaLnBrk="1" hangingPunct="1">
              <a:spcAft>
                <a:spcPct val="20000"/>
              </a:spcAft>
            </a:pPr>
            <a:r>
              <a:rPr lang="zh-CN" altLang="en-US" dirty="0">
                <a:latin typeface="Times New Roman" panose="02020603050405020304" pitchFamily="18" charset="0"/>
                <a:cs typeface="+mn-cs"/>
              </a:rPr>
              <a:t>数据库的重组织和重构造</a:t>
            </a:r>
            <a:endParaRPr lang="en-US" altLang="zh-CN" dirty="0">
              <a:latin typeface="Times New Roman" panose="02020603050405020304" pitchFamily="18" charset="0"/>
              <a:cs typeface="+mn-cs"/>
            </a:endParaRPr>
          </a:p>
          <a:p>
            <a:pPr marL="342900" lvl="1" indent="-342900" algn="just" eaLnBrk="1" hangingPunct="1">
              <a:spcAft>
                <a:spcPct val="20000"/>
              </a:spcAft>
            </a:pPr>
            <a:r>
              <a:rPr lang="zh-CN" altLang="en-US" dirty="0">
                <a:latin typeface="Times New Roman" panose="02020603050405020304" pitchFamily="18" charset="0"/>
                <a:cs typeface="+mn-cs"/>
              </a:rPr>
              <a:t>性能检测分析等</a:t>
            </a:r>
            <a:endParaRPr lang="zh-CN" altLang="en-US" dirty="0">
              <a:latin typeface="Times New Roman" panose="02020603050405020304" pitchFamily="18" charset="0"/>
              <a:cs typeface="+mn-cs"/>
            </a:endParaRPr>
          </a:p>
        </p:txBody>
      </p:sp>
      <p:sp>
        <p:nvSpPr>
          <p:cNvPr id="5" name="文本框 4"/>
          <p:cNvSpPr txBox="1"/>
          <p:nvPr/>
        </p:nvSpPr>
        <p:spPr>
          <a:xfrm>
            <a:off x="2423592" y="123197"/>
            <a:ext cx="7056784" cy="645160"/>
          </a:xfrm>
          <a:prstGeom prst="rect">
            <a:avLst/>
          </a:prstGeom>
          <a:noFill/>
        </p:spPr>
        <p:txBody>
          <a:bodyPr wrap="square">
            <a:spAutoFit/>
          </a:bodyPr>
          <a:lstStyle/>
          <a:p>
            <a:pPr algn="ctr" eaLnBrk="1" hangingPunct="1"/>
            <a:r>
              <a:rPr lang="zh-CN" altLang="en-US" sz="3600" b="1" dirty="0">
                <a:solidFill>
                  <a:schemeClr val="bg1"/>
                </a:solidFill>
                <a:latin typeface="宋体" panose="02010600030101010101" pitchFamily="2" charset="-122"/>
                <a:ea typeface="宋体" panose="02010600030101010101" pitchFamily="2" charset="-122"/>
                <a:cs typeface="+mj-cs"/>
              </a:rPr>
              <a:t>数据库管理系统的基本功能（续）</a:t>
            </a:r>
            <a:endParaRPr lang="zh-CN" altLang="en-US" sz="3600" b="1" dirty="0">
              <a:solidFill>
                <a:schemeClr val="bg1"/>
              </a:solidFill>
              <a:latin typeface="宋体" panose="02010600030101010101" pitchFamily="2" charset="-122"/>
              <a:ea typeface="宋体" panose="02010600030101010101" pitchFamily="2" charset="-122"/>
              <a:cs typeface="+mj-cs"/>
            </a:endParaRPr>
          </a:p>
        </p:txBody>
      </p:sp>
    </p:spTree>
  </p:cSld>
  <p:clrMapOvr>
    <a:masterClrMapping/>
  </p:clrMapOvr>
  <p:transition spd="slow">
    <p:wipe dir="d"/>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1895645" y="1412884"/>
            <a:ext cx="8401051" cy="855663"/>
          </a:xfrm>
        </p:spPr>
        <p:txBody>
          <a:bodyPr/>
          <a:lstStyle/>
          <a:p>
            <a:pPr algn="l" eaLnBrk="1" hangingPunct="1"/>
            <a:r>
              <a:rPr lang="zh-CN" altLang="en-US" sz="2800" dirty="0">
                <a:solidFill>
                  <a:schemeClr val="tx1"/>
                </a:solidFill>
              </a:rPr>
              <a:t>6. </a:t>
            </a:r>
            <a:r>
              <a:rPr lang="zh-CN" altLang="en-US" sz="2800" dirty="0">
                <a:solidFill>
                  <a:schemeClr val="tx1"/>
                </a:solidFill>
                <a:latin typeface="宋体" panose="02010600030101010101" pitchFamily="2" charset="-122"/>
              </a:rPr>
              <a:t>其他功能</a:t>
            </a:r>
            <a:r>
              <a:rPr lang="zh-CN" altLang="en-US" sz="2800" dirty="0">
                <a:solidFill>
                  <a:schemeClr val="tx1"/>
                </a:solidFill>
              </a:rPr>
              <a:t> </a:t>
            </a:r>
            <a:endParaRPr lang="zh-CN" altLang="en-US" sz="2800" dirty="0">
              <a:solidFill>
                <a:schemeClr val="tx1"/>
              </a:solidFill>
            </a:endParaRPr>
          </a:p>
        </p:txBody>
      </p:sp>
      <p:sp>
        <p:nvSpPr>
          <p:cNvPr id="54275" name="Rectangle 3"/>
          <p:cNvSpPr>
            <a:spLocks noGrp="1" noChangeArrowheads="1"/>
          </p:cNvSpPr>
          <p:nvPr>
            <p:ph type="body" idx="1"/>
          </p:nvPr>
        </p:nvSpPr>
        <p:spPr>
          <a:xfrm>
            <a:off x="1991484" y="2268541"/>
            <a:ext cx="7536259" cy="3641725"/>
          </a:xfrm>
        </p:spPr>
        <p:txBody>
          <a:bodyPr/>
          <a:lstStyle/>
          <a:p>
            <a:pPr algn="just" eaLnBrk="1" hangingPunct="1">
              <a:buFont typeface="Wingdings" panose="05000000000000000000" pitchFamily="2" charset="2"/>
              <a:buChar char="n"/>
            </a:pPr>
            <a:r>
              <a:rPr lang="zh-CN" altLang="en-US" sz="2400" dirty="0">
                <a:latin typeface="宋体" panose="02010600030101010101" pitchFamily="2" charset="-122"/>
              </a:rPr>
              <a:t>数据库管理系统与网络中其他软件系统的通信功能</a:t>
            </a:r>
            <a:endParaRPr lang="zh-CN" altLang="en-US" sz="2400" dirty="0">
              <a:latin typeface="宋体" panose="02010600030101010101" pitchFamily="2" charset="-122"/>
            </a:endParaRPr>
          </a:p>
          <a:p>
            <a:pPr algn="just" eaLnBrk="1" hangingPunct="1">
              <a:buFont typeface="Wingdings" panose="05000000000000000000" pitchFamily="2" charset="2"/>
              <a:buChar char="n"/>
            </a:pPr>
            <a:r>
              <a:rPr lang="zh-CN" altLang="en-US" sz="2400" dirty="0">
                <a:latin typeface="宋体" panose="02010600030101010101" pitchFamily="2" charset="-122"/>
              </a:rPr>
              <a:t>与其他数据库管理系统或文件系统的数据转换功能</a:t>
            </a:r>
            <a:endParaRPr lang="zh-CN" altLang="en-US" sz="2400" dirty="0">
              <a:latin typeface="宋体" panose="02010600030101010101" pitchFamily="2" charset="-122"/>
            </a:endParaRPr>
          </a:p>
          <a:p>
            <a:pPr eaLnBrk="1" hangingPunct="1">
              <a:buFont typeface="Wingdings" panose="05000000000000000000" pitchFamily="2" charset="2"/>
              <a:buChar char="n"/>
            </a:pPr>
            <a:r>
              <a:rPr lang="zh-CN" altLang="en-US" sz="2400" dirty="0">
                <a:latin typeface="宋体" panose="02010600030101010101" pitchFamily="2" charset="-122"/>
              </a:rPr>
              <a:t>异构数据库之间的互访和互操作功能等</a:t>
            </a:r>
            <a:endParaRPr lang="en-US" altLang="zh-CN" sz="2400" dirty="0">
              <a:latin typeface="宋体" panose="02010600030101010101" pitchFamily="2" charset="-122"/>
            </a:endParaRPr>
          </a:p>
          <a:p>
            <a:pPr eaLnBrk="1" hangingPunct="1">
              <a:buFont typeface="Wingdings" panose="05000000000000000000" pitchFamily="2" charset="2"/>
              <a:buChar char="n"/>
            </a:pPr>
            <a:r>
              <a:rPr lang="zh-CN" altLang="zh-CN" sz="2400" dirty="0">
                <a:latin typeface="宋体" panose="02010600030101010101" pitchFamily="2" charset="-122"/>
              </a:rPr>
              <a:t>要不断发展新的数据管理技术</a:t>
            </a:r>
            <a:endParaRPr lang="en-US" altLang="zh-CN" sz="2400" dirty="0">
              <a:latin typeface="宋体" panose="02010600030101010101" pitchFamily="2" charset="-122"/>
            </a:endParaRPr>
          </a:p>
          <a:p>
            <a:pPr lvl="1" eaLnBrk="1" hangingPunct="1">
              <a:buFont typeface="Wingdings" panose="05000000000000000000" pitchFamily="2" charset="2"/>
              <a:buChar char="l"/>
            </a:pPr>
            <a:r>
              <a:rPr lang="en-US" altLang="zh-CN" sz="2000" dirty="0">
                <a:latin typeface="Arial" panose="020B0604020202020204" pitchFamily="34" charset="0"/>
                <a:ea typeface="宋体" panose="02010600030101010101" pitchFamily="2" charset="-122"/>
                <a:cs typeface="Arial" panose="020B0604020202020204" pitchFamily="34" charset="0"/>
              </a:rPr>
              <a:t>XML</a:t>
            </a:r>
            <a:r>
              <a:rPr lang="zh-CN" altLang="zh-CN" sz="2000" dirty="0">
                <a:latin typeface="宋体" panose="02010600030101010101" pitchFamily="2" charset="-122"/>
                <a:ea typeface="宋体" panose="02010600030101010101" pitchFamily="2" charset="-122"/>
              </a:rPr>
              <a:t>数据、流数据、空间数据、多媒体数据等</a:t>
            </a:r>
            <a:endParaRPr lang="zh-CN" altLang="en-US" sz="2000" dirty="0">
              <a:latin typeface="宋体" panose="02010600030101010101" pitchFamily="2" charset="-122"/>
              <a:ea typeface="宋体" panose="02010600030101010101" pitchFamily="2" charset="-122"/>
            </a:endParaRPr>
          </a:p>
        </p:txBody>
      </p:sp>
      <p:sp>
        <p:nvSpPr>
          <p:cNvPr id="5" name="文本框 4"/>
          <p:cNvSpPr txBox="1"/>
          <p:nvPr/>
        </p:nvSpPr>
        <p:spPr>
          <a:xfrm>
            <a:off x="2423592" y="123197"/>
            <a:ext cx="7056784" cy="645160"/>
          </a:xfrm>
          <a:prstGeom prst="rect">
            <a:avLst/>
          </a:prstGeom>
          <a:noFill/>
        </p:spPr>
        <p:txBody>
          <a:bodyPr wrap="square">
            <a:spAutoFit/>
          </a:bodyPr>
          <a:lstStyle/>
          <a:p>
            <a:pPr algn="ctr" eaLnBrk="1" hangingPunct="1"/>
            <a:r>
              <a:rPr lang="zh-CN" altLang="en-US" sz="3600" b="1" dirty="0">
                <a:solidFill>
                  <a:schemeClr val="bg1"/>
                </a:solidFill>
                <a:latin typeface="宋体" panose="02010600030101010101" pitchFamily="2" charset="-122"/>
                <a:ea typeface="宋体" panose="02010600030101010101" pitchFamily="2" charset="-122"/>
                <a:cs typeface="+mj-cs"/>
              </a:rPr>
              <a:t>数据库管理系统的基本功能（续）</a:t>
            </a:r>
            <a:endParaRPr lang="zh-CN" altLang="en-US" sz="3600" b="1" dirty="0">
              <a:solidFill>
                <a:schemeClr val="bg1"/>
              </a:solidFill>
              <a:latin typeface="宋体" panose="02010600030101010101" pitchFamily="2" charset="-122"/>
              <a:ea typeface="宋体" panose="02010600030101010101" pitchFamily="2" charset="-122"/>
              <a:cs typeface="+mj-cs"/>
            </a:endParaRPr>
          </a:p>
        </p:txBody>
      </p:sp>
    </p:spTree>
  </p:cSld>
  <p:clrMapOvr>
    <a:masterClrMapping/>
  </p:clrMapOvr>
  <p:transition spd="slow">
    <p:wipe dir="d"/>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775520" y="23811"/>
            <a:ext cx="8401051" cy="852488"/>
          </a:xfrm>
        </p:spPr>
        <p:txBody>
          <a:bodyPr/>
          <a:lstStyle/>
          <a:p>
            <a:pPr eaLnBrk="1" hangingPunct="1"/>
            <a:r>
              <a:rPr lang="zh-CN" altLang="zh-CN" sz="3600" dirty="0"/>
              <a:t>第</a:t>
            </a:r>
            <a:r>
              <a:rPr lang="en-US" altLang="zh-CN" sz="3600" dirty="0"/>
              <a:t>13</a:t>
            </a:r>
            <a:r>
              <a:rPr lang="zh-CN" altLang="zh-CN" sz="3600" dirty="0"/>
              <a:t>章  </a:t>
            </a:r>
            <a:r>
              <a:rPr lang="zh-CN" altLang="en-US" sz="3600" dirty="0"/>
              <a:t>数据库管理系统概述</a:t>
            </a:r>
            <a:endParaRPr lang="zh-CN" altLang="en-US" sz="3600" dirty="0"/>
          </a:p>
        </p:txBody>
      </p:sp>
      <p:sp>
        <p:nvSpPr>
          <p:cNvPr id="9219" name="Rectangle 3"/>
          <p:cNvSpPr>
            <a:spLocks noGrp="1" noChangeArrowheads="1"/>
          </p:cNvSpPr>
          <p:nvPr>
            <p:ph type="body" idx="1"/>
          </p:nvPr>
        </p:nvSpPr>
        <p:spPr>
          <a:xfrm>
            <a:off x="2195513" y="1316766"/>
            <a:ext cx="7056139" cy="4225124"/>
          </a:xfrm>
        </p:spPr>
        <p:txBody>
          <a:bodyPr>
            <a:normAutofit lnSpcReduction="10000"/>
          </a:bodyPr>
          <a:lstStyle/>
          <a:p>
            <a:pPr marL="342900" lvl="1" indent="-342900" algn="just" eaLnBrk="1" hangingPunct="1">
              <a:lnSpc>
                <a:spcPct val="130000"/>
              </a:lnSpc>
              <a:spcBef>
                <a:spcPct val="20000"/>
              </a:spcBef>
              <a:buNone/>
              <a:defRPr/>
            </a:pPr>
            <a:r>
              <a:rPr lang="en-US" altLang="zh-CN" sz="2800" dirty="0">
                <a:cs typeface="+mn-cs"/>
              </a:rPr>
              <a:t>13.1</a:t>
            </a:r>
            <a:r>
              <a:rPr lang="zh-CN" altLang="en-US" sz="2800" dirty="0">
                <a:cs typeface="+mn-cs"/>
              </a:rPr>
              <a:t> 数据库管理系统的基本功能</a:t>
            </a:r>
            <a:endParaRPr lang="zh-CN" altLang="en-US" sz="2800" dirty="0">
              <a:cs typeface="+mn-cs"/>
            </a:endParaRPr>
          </a:p>
          <a:p>
            <a:pPr marL="342900" lvl="1" indent="-342900" algn="just" eaLnBrk="1" hangingPunct="1">
              <a:lnSpc>
                <a:spcPct val="130000"/>
              </a:lnSpc>
              <a:spcBef>
                <a:spcPct val="20000"/>
              </a:spcBef>
              <a:buNone/>
              <a:defRPr/>
            </a:pPr>
            <a:r>
              <a:rPr lang="en-US" altLang="zh-CN" sz="2800" dirty="0">
                <a:solidFill>
                  <a:srgbClr val="0066FF"/>
                </a:solidFill>
                <a:cs typeface="+mn-cs"/>
              </a:rPr>
              <a:t>13.2</a:t>
            </a:r>
            <a:r>
              <a:rPr lang="zh-CN" altLang="en-US" sz="2800" dirty="0">
                <a:solidFill>
                  <a:srgbClr val="0066FF"/>
                </a:solidFill>
                <a:cs typeface="+mn-cs"/>
              </a:rPr>
              <a:t> 数据库管理系统的系统结构</a:t>
            </a:r>
            <a:endParaRPr lang="zh-CN" altLang="en-US" sz="2800" dirty="0">
              <a:solidFill>
                <a:srgbClr val="0066FF"/>
              </a:solidFill>
              <a:cs typeface="+mn-cs"/>
            </a:endParaRPr>
          </a:p>
          <a:p>
            <a:pPr marL="0" indent="0" algn="just" eaLnBrk="1" hangingPunct="1">
              <a:buNone/>
            </a:pPr>
            <a:r>
              <a:rPr lang="en-US" altLang="zh-CN" dirty="0">
                <a:latin typeface="Arial" panose="020B0604020202020204" pitchFamily="34" charset="0"/>
                <a:ea typeface="宋体" panose="02010600030101010101" pitchFamily="2" charset="-122"/>
              </a:rPr>
              <a:t>13.3</a:t>
            </a:r>
            <a:r>
              <a:rPr lang="zh-CN" altLang="en-US" dirty="0">
                <a:latin typeface="Arial" panose="020B0604020202020204" pitchFamily="34" charset="0"/>
                <a:ea typeface="宋体" panose="02010600030101010101" pitchFamily="2" charset="-122"/>
              </a:rPr>
              <a:t> 语言处理层</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13.4</a:t>
            </a:r>
            <a:r>
              <a:rPr lang="zh-CN" altLang="en-US" dirty="0">
                <a:latin typeface="Arial" panose="020B0604020202020204" pitchFamily="34" charset="0"/>
                <a:ea typeface="宋体" panose="02010600030101010101" pitchFamily="2" charset="-122"/>
              </a:rPr>
              <a:t> 数据存取层</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13.5</a:t>
            </a:r>
            <a:r>
              <a:rPr lang="zh-CN" altLang="en-US" dirty="0">
                <a:latin typeface="Arial" panose="020B0604020202020204" pitchFamily="34" charset="0"/>
                <a:ea typeface="宋体" panose="02010600030101010101" pitchFamily="2" charset="-122"/>
              </a:rPr>
              <a:t> 缓冲区管理</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13.6</a:t>
            </a:r>
            <a:r>
              <a:rPr lang="zh-CN" altLang="en-US" dirty="0">
                <a:latin typeface="Arial" panose="020B0604020202020204" pitchFamily="34" charset="0"/>
                <a:ea typeface="宋体" panose="02010600030101010101" pitchFamily="2" charset="-122"/>
              </a:rPr>
              <a:t> 数据库的物理组织</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zh-CN" altLang="en-US" dirty="0">
                <a:latin typeface="Arial" panose="020B0604020202020204" pitchFamily="34" charset="0"/>
                <a:ea typeface="宋体" panose="02010600030101010101" pitchFamily="2" charset="-122"/>
              </a:rPr>
              <a:t>本章小结</a:t>
            </a:r>
            <a:endParaRPr lang="en-US" altLang="zh-CN" dirty="0">
              <a:latin typeface="Arial" panose="020B0604020202020204" pitchFamily="34" charset="0"/>
              <a:ea typeface="宋体" panose="02010600030101010101" pitchFamily="2" charset="-122"/>
            </a:endParaRPr>
          </a:p>
          <a:p>
            <a:pPr marL="0" indent="0" algn="just" eaLnBrk="1" hangingPunct="1">
              <a:buNone/>
            </a:pPr>
            <a:endParaRPr lang="en-US" altLang="zh-CN" dirty="0">
              <a:latin typeface="Arial" panose="020B0604020202020204" pitchFamily="34" charset="0"/>
              <a:ea typeface="宋体" panose="02010600030101010101" pitchFamily="2" charset="-122"/>
            </a:endParaRPr>
          </a:p>
          <a:p>
            <a:pPr marL="0" indent="0" algn="just" eaLnBrk="1" hangingPunct="1">
              <a:buNone/>
            </a:pPr>
            <a:endParaRPr lang="zh-CN" altLang="en-US" dirty="0">
              <a:latin typeface="+mn-ea"/>
            </a:endParaRPr>
          </a:p>
          <a:p>
            <a:pPr marL="0" indent="0" algn="just" eaLnBrk="1" hangingPunct="1">
              <a:buNone/>
            </a:pPr>
            <a:endParaRPr lang="zh-CN" altLang="en-US" dirty="0">
              <a:latin typeface="+mn-ea"/>
            </a:endParaRPr>
          </a:p>
        </p:txBody>
      </p:sp>
    </p:spTree>
  </p:cSld>
  <p:clrMapOvr>
    <a:masterClrMapping/>
  </p:clrMapOvr>
  <p:transition spd="slow">
    <p:wipe dir="d"/>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2"/>
          <p:cNvSpPr>
            <a:spLocks noGrp="1" noChangeArrowheads="1"/>
          </p:cNvSpPr>
          <p:nvPr>
            <p:ph type="title"/>
          </p:nvPr>
        </p:nvSpPr>
        <p:spPr>
          <a:xfrm>
            <a:off x="1703512" y="44624"/>
            <a:ext cx="8401051" cy="852488"/>
          </a:xfrm>
        </p:spPr>
        <p:txBody>
          <a:bodyPr/>
          <a:lstStyle/>
          <a:p>
            <a:pPr eaLnBrk="1" hangingPunct="1"/>
            <a:r>
              <a:rPr lang="en-US" altLang="zh-CN" sz="3600" dirty="0">
                <a:latin typeface="Arial" panose="020B0604020202020204" pitchFamily="34" charset="0"/>
                <a:ea typeface="宋体" panose="02010600030101010101" pitchFamily="2" charset="-122"/>
              </a:rPr>
              <a:t>13.2 </a:t>
            </a:r>
            <a:r>
              <a:rPr lang="zh-CN" altLang="en-US" sz="3600" dirty="0">
                <a:latin typeface="Arial" panose="020B0604020202020204" pitchFamily="34" charset="0"/>
                <a:ea typeface="宋体" panose="02010600030101010101" pitchFamily="2" charset="-122"/>
              </a:rPr>
              <a:t>数据库管理系统的系统结构</a:t>
            </a:r>
            <a:endParaRPr lang="zh-CN" altLang="en-US" sz="3600" dirty="0">
              <a:latin typeface="Arial" panose="020B0604020202020204" pitchFamily="34" charset="0"/>
              <a:ea typeface="宋体" panose="02010600030101010101" pitchFamily="2" charset="-122"/>
            </a:endParaRPr>
          </a:p>
        </p:txBody>
      </p:sp>
      <p:sp>
        <p:nvSpPr>
          <p:cNvPr id="164867" name="Rectangle 3"/>
          <p:cNvSpPr>
            <a:spLocks noGrp="1" noChangeArrowheads="1"/>
          </p:cNvSpPr>
          <p:nvPr>
            <p:ph type="body" idx="1"/>
          </p:nvPr>
        </p:nvSpPr>
        <p:spPr>
          <a:xfrm>
            <a:off x="2016125" y="1700216"/>
            <a:ext cx="8401051" cy="3641725"/>
          </a:xfrm>
        </p:spPr>
        <p:txBody>
          <a:bodyPr/>
          <a:lstStyle/>
          <a:p>
            <a:pPr eaLnBrk="1" hangingPunct="1">
              <a:lnSpc>
                <a:spcPct val="150000"/>
              </a:lnSpc>
            </a:pPr>
            <a:r>
              <a:rPr lang="zh-CN" altLang="en-US" dirty="0">
                <a:solidFill>
                  <a:srgbClr val="00B050"/>
                </a:solidFill>
              </a:rPr>
              <a:t>13.</a:t>
            </a:r>
            <a:r>
              <a:rPr lang="en-US" altLang="zh-CN" dirty="0">
                <a:solidFill>
                  <a:srgbClr val="00B050"/>
                </a:solidFill>
              </a:rPr>
              <a:t>2.1</a:t>
            </a:r>
            <a:r>
              <a:rPr lang="zh-CN" altLang="en-US" dirty="0">
                <a:solidFill>
                  <a:srgbClr val="00B050"/>
                </a:solidFill>
              </a:rPr>
              <a:t>  数据库管理系统的层次结构</a:t>
            </a:r>
            <a:endParaRPr lang="zh-CN" altLang="en-US" dirty="0">
              <a:solidFill>
                <a:srgbClr val="00B050"/>
              </a:solidFill>
            </a:endParaRPr>
          </a:p>
          <a:p>
            <a:pPr eaLnBrk="1" hangingPunct="1">
              <a:lnSpc>
                <a:spcPct val="150000"/>
              </a:lnSpc>
            </a:pPr>
            <a:r>
              <a:rPr lang="zh-CN" altLang="en-US" dirty="0"/>
              <a:t>13.</a:t>
            </a:r>
            <a:r>
              <a:rPr lang="en-US" altLang="zh-CN" dirty="0"/>
              <a:t>2.2</a:t>
            </a:r>
            <a:r>
              <a:rPr lang="zh-CN" altLang="en-US" dirty="0"/>
              <a:t>  关系数据库管理系统的运行过程示例 </a:t>
            </a:r>
            <a:endParaRPr lang="zh-CN" altLang="en-US" dirty="0"/>
          </a:p>
        </p:txBody>
      </p:sp>
    </p:spTree>
  </p:cSld>
  <p:clrMapOvr>
    <a:masterClrMapping/>
  </p:clrMapOvr>
  <p:transition spd="slow">
    <p:wipe dir="d"/>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2"/>
          <p:cNvSpPr>
            <a:spLocks noGrp="1" noChangeArrowheads="1"/>
          </p:cNvSpPr>
          <p:nvPr>
            <p:ph type="title"/>
          </p:nvPr>
        </p:nvSpPr>
        <p:spPr>
          <a:xfrm>
            <a:off x="1826269" y="20108"/>
            <a:ext cx="8401051" cy="852488"/>
          </a:xfrm>
        </p:spPr>
        <p:txBody>
          <a:bodyPr/>
          <a:lstStyle/>
          <a:p>
            <a:pPr eaLnBrk="1" hangingPunct="1"/>
            <a:r>
              <a:rPr lang="zh-CN" altLang="en-US" sz="3600" dirty="0">
                <a:latin typeface="Arial" panose="020B0604020202020204" pitchFamily="34" charset="0"/>
                <a:ea typeface="宋体" panose="02010600030101010101" pitchFamily="2" charset="-122"/>
              </a:rPr>
              <a:t>13.2</a:t>
            </a:r>
            <a:r>
              <a:rPr lang="en-US" altLang="zh-CN" sz="3600" dirty="0">
                <a:latin typeface="Arial" panose="020B0604020202020204" pitchFamily="34" charset="0"/>
                <a:ea typeface="宋体" panose="02010600030101010101" pitchFamily="2" charset="-122"/>
              </a:rPr>
              <a:t>.1</a:t>
            </a:r>
            <a:r>
              <a:rPr lang="zh-CN" altLang="en-US" sz="3600" dirty="0">
                <a:latin typeface="Arial" panose="020B0604020202020204" pitchFamily="34" charset="0"/>
                <a:ea typeface="宋体" panose="02010600030101010101" pitchFamily="2" charset="-122"/>
              </a:rPr>
              <a:t>  数据库管理系统的层次结构</a:t>
            </a:r>
            <a:endParaRPr lang="zh-CN" altLang="en-US" sz="3600" dirty="0">
              <a:latin typeface="Arial" panose="020B0604020202020204" pitchFamily="34" charset="0"/>
              <a:ea typeface="宋体" panose="02010600030101010101" pitchFamily="2" charset="-122"/>
            </a:endParaRPr>
          </a:p>
        </p:txBody>
      </p:sp>
      <p:sp>
        <p:nvSpPr>
          <p:cNvPr id="185347" name="Rectangle 3"/>
          <p:cNvSpPr>
            <a:spLocks noGrp="1" noChangeArrowheads="1"/>
          </p:cNvSpPr>
          <p:nvPr>
            <p:ph type="body" idx="1"/>
          </p:nvPr>
        </p:nvSpPr>
        <p:spPr>
          <a:xfrm>
            <a:off x="1271464" y="1268760"/>
            <a:ext cx="9025061" cy="3888432"/>
          </a:xfrm>
        </p:spPr>
        <p:txBody>
          <a:bodyPr/>
          <a:lstStyle/>
          <a:p>
            <a:pPr eaLnBrk="1" hangingPunct="1"/>
            <a:r>
              <a:rPr lang="zh-CN" altLang="en-US" dirty="0"/>
              <a:t>关系数据库管理系统的层次结构</a:t>
            </a:r>
            <a:endParaRPr lang="en-US" altLang="zh-CN" dirty="0"/>
          </a:p>
          <a:p>
            <a:pPr lvl="1" eaLnBrk="1" hangingPunct="1">
              <a:lnSpc>
                <a:spcPct val="150000"/>
              </a:lnSpc>
            </a:pPr>
            <a:r>
              <a:rPr lang="zh-CN" altLang="en-US" dirty="0"/>
              <a:t>应用层</a:t>
            </a:r>
            <a:endParaRPr lang="zh-CN" altLang="en-US" dirty="0"/>
          </a:p>
          <a:p>
            <a:pPr lvl="1" eaLnBrk="1" hangingPunct="1">
              <a:lnSpc>
                <a:spcPct val="150000"/>
              </a:lnSpc>
            </a:pPr>
            <a:r>
              <a:rPr lang="zh-CN" altLang="en-US" dirty="0"/>
              <a:t>语言处理层</a:t>
            </a:r>
            <a:endParaRPr lang="zh-CN" altLang="en-US" dirty="0"/>
          </a:p>
          <a:p>
            <a:pPr lvl="1" eaLnBrk="1" hangingPunct="1">
              <a:lnSpc>
                <a:spcPct val="150000"/>
              </a:lnSpc>
            </a:pPr>
            <a:r>
              <a:rPr lang="zh-CN" altLang="en-US" dirty="0"/>
              <a:t>数据存取层</a:t>
            </a:r>
            <a:endParaRPr lang="zh-CN" altLang="en-US" dirty="0"/>
          </a:p>
          <a:p>
            <a:pPr lvl="1" eaLnBrk="1" hangingPunct="1">
              <a:lnSpc>
                <a:spcPct val="150000"/>
              </a:lnSpc>
            </a:pPr>
            <a:r>
              <a:rPr lang="zh-CN" altLang="en-US" dirty="0"/>
              <a:t>数据存储层</a:t>
            </a:r>
            <a:endParaRPr lang="zh-CN" altLang="en-US" dirty="0"/>
          </a:p>
          <a:p>
            <a:pPr lvl="1" eaLnBrk="1" hangingPunct="1"/>
            <a:endParaRPr lang="zh-CN" altLang="en-US" dirty="0"/>
          </a:p>
        </p:txBody>
      </p:sp>
      <p:pic>
        <p:nvPicPr>
          <p:cNvPr id="4" name="图片 3"/>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7608168" y="1124348"/>
            <a:ext cx="3644044" cy="4177256"/>
          </a:xfrm>
          <a:prstGeom prst="rect">
            <a:avLst/>
          </a:prstGeom>
          <a:noFill/>
          <a:ln>
            <a:noFill/>
          </a:ln>
        </p:spPr>
      </p:pic>
      <p:sp>
        <p:nvSpPr>
          <p:cNvPr id="6" name="文本框 5"/>
          <p:cNvSpPr txBox="1"/>
          <p:nvPr/>
        </p:nvSpPr>
        <p:spPr>
          <a:xfrm>
            <a:off x="7667961" y="5553356"/>
            <a:ext cx="3584251" cy="337185"/>
          </a:xfrm>
          <a:prstGeom prst="rect">
            <a:avLst/>
          </a:prstGeom>
          <a:noFill/>
        </p:spPr>
        <p:txBody>
          <a:bodyPr wrap="square">
            <a:spAutoFit/>
          </a:bodyPr>
          <a:lstStyle/>
          <a:p>
            <a:r>
              <a:rPr lang="zh-CN" altLang="zh-CN" sz="1600" b="1" kern="1050" dirty="0">
                <a:effectLst/>
                <a:latin typeface="Times New Roman" panose="02020603050405020304" pitchFamily="18" charset="0"/>
                <a:ea typeface="宋体" panose="02010600030101010101" pitchFamily="2" charset="-122"/>
                <a:cs typeface="Times New Roman" panose="02020603050405020304" pitchFamily="18" charset="0"/>
              </a:rPr>
              <a:t>关系数据库管理系统的层次结构</a:t>
            </a:r>
            <a:r>
              <a:rPr lang="zh-CN" altLang="en-US" sz="1600" b="1" kern="1050" dirty="0">
                <a:latin typeface="Times New Roman" panose="02020603050405020304" pitchFamily="18" charset="0"/>
                <a:cs typeface="Times New Roman" panose="02020603050405020304" pitchFamily="18" charset="0"/>
              </a:rPr>
              <a:t>示例</a:t>
            </a:r>
            <a:endParaRPr lang="zh-CN" altLang="en-US" sz="1600" b="1" dirty="0"/>
          </a:p>
        </p:txBody>
      </p:sp>
    </p:spTree>
  </p:cSld>
  <p:clrMapOvr>
    <a:masterClrMapping/>
  </p:clrMapOvr>
  <p:transition spd="slow">
    <p:wipe dir="d"/>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4" name="Rectangle 3"/>
          <p:cNvSpPr>
            <a:spLocks noGrp="1" noChangeArrowheads="1"/>
          </p:cNvSpPr>
          <p:nvPr>
            <p:ph type="body" sz="half" idx="1"/>
          </p:nvPr>
        </p:nvSpPr>
        <p:spPr>
          <a:xfrm>
            <a:off x="1631504" y="1916832"/>
            <a:ext cx="8856984" cy="3931515"/>
          </a:xfrm>
        </p:spPr>
        <p:txBody>
          <a:bodyPr/>
          <a:lstStyle/>
          <a:p>
            <a:pPr eaLnBrk="1" hangingPunct="1">
              <a:buFont typeface="Wingdings" panose="05000000000000000000" pitchFamily="2" charset="2"/>
              <a:buChar char="n"/>
            </a:pPr>
            <a:r>
              <a:rPr lang="zh-CN" altLang="en-US" sz="2400" b="1" dirty="0">
                <a:latin typeface="宋体" panose="02010600030101010101" pitchFamily="2" charset="-122"/>
                <a:ea typeface="宋体" panose="02010600030101010101" pitchFamily="2" charset="-122"/>
              </a:rPr>
              <a:t>位于</a:t>
            </a:r>
            <a:r>
              <a:rPr lang="zh-CN" altLang="zh-CN" sz="2400" b="1" dirty="0">
                <a:latin typeface="宋体" panose="02010600030101010101" pitchFamily="2" charset="-122"/>
                <a:ea typeface="宋体" panose="02010600030101010101" pitchFamily="2" charset="-122"/>
              </a:rPr>
              <a:t>关系数据库管理系统的核心之外</a:t>
            </a:r>
            <a:endParaRPr lang="zh-CN" altLang="en-US" sz="2400" b="1" dirty="0">
              <a:latin typeface="宋体" panose="02010600030101010101" pitchFamily="2" charset="-122"/>
              <a:ea typeface="宋体" panose="02010600030101010101" pitchFamily="2" charset="-122"/>
            </a:endParaRPr>
          </a:p>
          <a:p>
            <a:pPr eaLnBrk="1" hangingPunct="1">
              <a:buFont typeface="Wingdings" panose="05000000000000000000" pitchFamily="2" charset="2"/>
              <a:buChar char="n"/>
            </a:pPr>
            <a:r>
              <a:rPr lang="zh-CN" altLang="en-US" sz="2400" b="1" dirty="0">
                <a:latin typeface="宋体" panose="02010600030101010101" pitchFamily="2" charset="-122"/>
                <a:ea typeface="宋体" panose="02010600030101010101" pitchFamily="2" charset="-122"/>
              </a:rPr>
              <a:t>处理的对象：</a:t>
            </a:r>
            <a:endParaRPr lang="en-US" altLang="zh-CN" sz="2400" b="1" dirty="0">
              <a:latin typeface="宋体" panose="02010600030101010101" pitchFamily="2" charset="-122"/>
              <a:ea typeface="宋体" panose="02010600030101010101" pitchFamily="2" charset="-122"/>
            </a:endParaRPr>
          </a:p>
          <a:p>
            <a:pPr lvl="1" eaLnBrk="1" hangingPunct="1">
              <a:buFont typeface="Wingdings" panose="05000000000000000000" pitchFamily="2" charset="2"/>
              <a:buChar char="l"/>
            </a:pPr>
            <a:r>
              <a:rPr lang="zh-CN" altLang="en-US" sz="2200" b="1" kern="1050" dirty="0">
                <a:latin typeface="宋体" panose="02010600030101010101" pitchFamily="2" charset="-122"/>
                <a:ea typeface="宋体" panose="02010600030101010101" pitchFamily="2" charset="-122"/>
                <a:cs typeface="Times New Roman" panose="02020603050405020304" pitchFamily="18" charset="0"/>
              </a:rPr>
              <a:t>各种各样的数据库应用</a:t>
            </a:r>
            <a:endParaRPr lang="zh-CN" altLang="en-US" sz="2200" b="1" kern="1050" dirty="0">
              <a:latin typeface="宋体" panose="02010600030101010101" pitchFamily="2" charset="-122"/>
              <a:ea typeface="宋体" panose="02010600030101010101" pitchFamily="2" charset="-122"/>
              <a:cs typeface="Times New Roman" panose="02020603050405020304" pitchFamily="18" charset="0"/>
            </a:endParaRPr>
          </a:p>
          <a:p>
            <a:pPr lvl="1" eaLnBrk="1" hangingPunct="1">
              <a:buFont typeface="Wingdings" panose="05000000000000000000" pitchFamily="2" charset="2"/>
              <a:buChar char="l"/>
            </a:pPr>
            <a:r>
              <a:rPr lang="zh-CN" altLang="zh-CN" sz="2200" b="1" kern="1050" dirty="0">
                <a:effectLst/>
                <a:latin typeface="宋体" panose="02010600030101010101" pitchFamily="2" charset="-122"/>
                <a:ea typeface="宋体" panose="02010600030101010101" pitchFamily="2" charset="-122"/>
                <a:cs typeface="Times New Roman" panose="02020603050405020304" pitchFamily="18" charset="0"/>
              </a:rPr>
              <a:t>终端用户通过应用接口发出的事务请求或各种查询要求等</a:t>
            </a:r>
            <a:endParaRPr lang="zh-CN" altLang="en-US" sz="2200" b="1" dirty="0">
              <a:latin typeface="宋体" panose="02010600030101010101" pitchFamily="2" charset="-122"/>
              <a:ea typeface="宋体" panose="02010600030101010101" pitchFamily="2" charset="-122"/>
            </a:endParaRPr>
          </a:p>
          <a:p>
            <a:pPr eaLnBrk="1" hangingPunct="1">
              <a:buFont typeface="Wingdings" panose="05000000000000000000" pitchFamily="2" charset="2"/>
              <a:buChar char="n"/>
            </a:pPr>
            <a:r>
              <a:rPr lang="zh-CN" altLang="en-US" sz="2400" b="1" dirty="0">
                <a:latin typeface="宋体" panose="02010600030101010101" pitchFamily="2" charset="-122"/>
                <a:ea typeface="宋体" panose="02010600030101010101" pitchFamily="2" charset="-122"/>
              </a:rPr>
              <a:t>是关系数据库管理系统与用户程序的界面层 </a:t>
            </a:r>
            <a:endParaRPr lang="zh-CN" altLang="en-US" sz="2400" b="1" dirty="0">
              <a:latin typeface="宋体" panose="02010600030101010101" pitchFamily="2" charset="-122"/>
              <a:ea typeface="宋体" panose="02010600030101010101" pitchFamily="2" charset="-122"/>
            </a:endParaRPr>
          </a:p>
        </p:txBody>
      </p:sp>
      <p:sp>
        <p:nvSpPr>
          <p:cNvPr id="12" name="Rectangle 2"/>
          <p:cNvSpPr>
            <a:spLocks noGrp="1" noChangeArrowheads="1"/>
          </p:cNvSpPr>
          <p:nvPr>
            <p:ph type="title"/>
          </p:nvPr>
        </p:nvSpPr>
        <p:spPr>
          <a:xfrm>
            <a:off x="839416" y="1009652"/>
            <a:ext cx="8401051" cy="852488"/>
          </a:xfrm>
        </p:spPr>
        <p:txBody>
          <a:bodyPr/>
          <a:lstStyle/>
          <a:p>
            <a:pPr algn="l" eaLnBrk="1" hangingPunct="1"/>
            <a:r>
              <a:rPr lang="zh-CN" altLang="en-US" sz="2800" b="1" dirty="0">
                <a:latin typeface="宋体" panose="02010600030101010101" pitchFamily="2" charset="-122"/>
                <a:ea typeface="宋体" panose="02010600030101010101" pitchFamily="2" charset="-122"/>
              </a:rPr>
              <a:t>最上层</a:t>
            </a:r>
            <a:r>
              <a:rPr lang="zh-CN" altLang="en-US" sz="2800" b="1" dirty="0">
                <a:solidFill>
                  <a:schemeClr val="tx1"/>
                </a:solidFill>
                <a:latin typeface="宋体" panose="02010600030101010101" pitchFamily="2" charset="-122"/>
                <a:ea typeface="宋体" panose="02010600030101010101" pitchFamily="2" charset="-122"/>
              </a:rPr>
              <a:t>：应用层</a:t>
            </a:r>
            <a:endParaRPr lang="zh-CN" altLang="en-US" sz="2800" b="1" dirty="0">
              <a:solidFill>
                <a:schemeClr val="tx1"/>
              </a:solidFill>
              <a:latin typeface="宋体" panose="02010600030101010101" pitchFamily="2" charset="-122"/>
              <a:ea typeface="宋体" panose="02010600030101010101" pitchFamily="2" charset="-122"/>
            </a:endParaRPr>
          </a:p>
        </p:txBody>
      </p:sp>
      <p:sp>
        <p:nvSpPr>
          <p:cNvPr id="14" name="Rectangle 2"/>
          <p:cNvSpPr txBox="1">
            <a:spLocks noChangeArrowheads="1"/>
          </p:cNvSpPr>
          <p:nvPr/>
        </p:nvSpPr>
        <p:spPr bwMode="auto">
          <a:xfrm>
            <a:off x="1826269" y="20108"/>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Arial" panose="020B0604020202020204" pitchFamily="34" charset="0"/>
                <a:ea typeface="宋体" panose="02010600030101010101" pitchFamily="2" charset="-122"/>
              </a:rPr>
              <a:t>数据库管理系统的层次结构（续）</a:t>
            </a:r>
            <a:endParaRPr lang="zh-CN" altLang="en-US" sz="3600" dirty="0">
              <a:latin typeface="Arial" panose="020B0604020202020204" pitchFamily="34" charset="0"/>
              <a:ea typeface="宋体" panose="02010600030101010101" pitchFamily="2" charset="-122"/>
            </a:endParaRPr>
          </a:p>
        </p:txBody>
      </p:sp>
    </p:spTree>
  </p:cSld>
  <p:clrMapOvr>
    <a:masterClrMapping/>
  </p:clrMapOvr>
  <p:transition spd="slow">
    <p:wipe dir="d"/>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2" name="Rectangle 3"/>
          <p:cNvSpPr>
            <a:spLocks noGrp="1" noChangeArrowheads="1"/>
          </p:cNvSpPr>
          <p:nvPr>
            <p:ph type="body" sz="half" idx="1"/>
          </p:nvPr>
        </p:nvSpPr>
        <p:spPr>
          <a:xfrm>
            <a:off x="983432" y="1999196"/>
            <a:ext cx="10081120" cy="3265921"/>
          </a:xfrm>
        </p:spPr>
        <p:txBody>
          <a:bodyPr>
            <a:normAutofit fontScale="92500" lnSpcReduction="20000"/>
          </a:bodyPr>
          <a:lstStyle/>
          <a:p>
            <a:pPr eaLnBrk="1" hangingPunct="1">
              <a:lnSpc>
                <a:spcPct val="150000"/>
              </a:lnSpc>
              <a:spcBef>
                <a:spcPts val="0"/>
              </a:spcBef>
              <a:buFont typeface="Wingdings" panose="05000000000000000000" pitchFamily="2" charset="2"/>
              <a:buChar char="n"/>
            </a:pPr>
            <a:r>
              <a:rPr lang="zh-CN" altLang="en-US" sz="2600" b="1" dirty="0">
                <a:latin typeface="宋体" panose="02010600030101010101" pitchFamily="2" charset="-122"/>
                <a:ea typeface="宋体" panose="02010600030101010101" pitchFamily="2" charset="-122"/>
              </a:rPr>
              <a:t>处理的对象是数据库语言，如</a:t>
            </a:r>
            <a:r>
              <a:rPr lang="en-US" altLang="zh-CN" sz="2600" b="1" dirty="0">
                <a:latin typeface="Arial" panose="020B0604020202020204" pitchFamily="34" charset="0"/>
                <a:ea typeface="宋体" panose="02010600030101010101" pitchFamily="2" charset="-122"/>
                <a:cs typeface="Arial" panose="020B0604020202020204" pitchFamily="34" charset="0"/>
              </a:rPr>
              <a:t>SQL</a:t>
            </a:r>
            <a:r>
              <a:rPr lang="en-US" altLang="zh-CN" sz="2600" b="1" dirty="0">
                <a:latin typeface="宋体" panose="02010600030101010101" pitchFamily="2" charset="-122"/>
                <a:ea typeface="宋体" panose="02010600030101010101" pitchFamily="2" charset="-122"/>
              </a:rPr>
              <a:t>。</a:t>
            </a:r>
            <a:endParaRPr lang="en-US" altLang="zh-CN" sz="2600" b="1" dirty="0">
              <a:latin typeface="宋体" panose="02010600030101010101" pitchFamily="2" charset="-122"/>
              <a:ea typeface="宋体" panose="02010600030101010101" pitchFamily="2" charset="-122"/>
            </a:endParaRPr>
          </a:p>
          <a:p>
            <a:pPr eaLnBrk="1" hangingPunct="1">
              <a:lnSpc>
                <a:spcPct val="150000"/>
              </a:lnSpc>
              <a:spcBef>
                <a:spcPts val="0"/>
              </a:spcBef>
              <a:buFont typeface="Wingdings" panose="05000000000000000000" pitchFamily="2" charset="2"/>
              <a:buChar char="n"/>
            </a:pPr>
            <a:r>
              <a:rPr lang="zh-CN" altLang="en-US" sz="2600" b="1" dirty="0">
                <a:latin typeface="宋体" panose="02010600030101010101" pitchFamily="2" charset="-122"/>
                <a:ea typeface="宋体" panose="02010600030101010101" pitchFamily="2" charset="-122"/>
              </a:rPr>
              <a:t>向上提供的数据接口：关系、视图，即元组的集合。</a:t>
            </a:r>
            <a:endParaRPr lang="zh-CN" altLang="en-US" sz="2600" b="1" dirty="0">
              <a:latin typeface="宋体" panose="02010600030101010101" pitchFamily="2" charset="-122"/>
              <a:ea typeface="宋体" panose="02010600030101010101" pitchFamily="2" charset="-122"/>
            </a:endParaRPr>
          </a:p>
          <a:p>
            <a:pPr eaLnBrk="1" hangingPunct="1">
              <a:lnSpc>
                <a:spcPct val="150000"/>
              </a:lnSpc>
              <a:spcBef>
                <a:spcPts val="0"/>
              </a:spcBef>
              <a:buFont typeface="Wingdings" panose="05000000000000000000" pitchFamily="2" charset="2"/>
              <a:buChar char="n"/>
            </a:pPr>
            <a:r>
              <a:rPr lang="zh-CN" altLang="en-US" sz="2600" b="1" dirty="0">
                <a:latin typeface="宋体" panose="02010600030101010101" pitchFamily="2" charset="-122"/>
                <a:ea typeface="宋体" panose="02010600030101010101" pitchFamily="2" charset="-122"/>
              </a:rPr>
              <a:t>功能</a:t>
            </a:r>
            <a:endParaRPr lang="zh-CN" altLang="en-US" sz="2600" b="1" dirty="0">
              <a:latin typeface="宋体" panose="02010600030101010101" pitchFamily="2" charset="-122"/>
              <a:ea typeface="宋体" panose="02010600030101010101" pitchFamily="2" charset="-122"/>
            </a:endParaRPr>
          </a:p>
          <a:p>
            <a:pPr lvl="1" eaLnBrk="1" hangingPunct="1">
              <a:lnSpc>
                <a:spcPct val="150000"/>
              </a:lnSpc>
              <a:spcBef>
                <a:spcPts val="0"/>
              </a:spcBef>
              <a:buFont typeface="Wingdings" panose="05000000000000000000" pitchFamily="2" charset="2"/>
              <a:buChar char="l"/>
            </a:pPr>
            <a:r>
              <a:rPr lang="zh-CN" altLang="en-US" b="1" dirty="0">
                <a:latin typeface="宋体" panose="02010600030101010101" pitchFamily="2" charset="-122"/>
                <a:ea typeface="宋体" panose="02010600030101010101" pitchFamily="2" charset="-122"/>
              </a:rPr>
              <a:t>对数据库语言的各类语句进行语法分析、视图转换、授权检查、完整性检查、查询优化等</a:t>
            </a:r>
            <a:endParaRPr lang="en-US" altLang="zh-CN" b="1" dirty="0">
              <a:latin typeface="宋体" panose="02010600030101010101" pitchFamily="2" charset="-122"/>
              <a:ea typeface="宋体" panose="02010600030101010101" pitchFamily="2" charset="-122"/>
            </a:endParaRPr>
          </a:p>
          <a:p>
            <a:pPr lvl="1" eaLnBrk="1" hangingPunct="1">
              <a:lnSpc>
                <a:spcPct val="150000"/>
              </a:lnSpc>
              <a:spcBef>
                <a:spcPts val="0"/>
              </a:spcBef>
              <a:buFont typeface="Wingdings" panose="05000000000000000000" pitchFamily="2" charset="2"/>
              <a:buChar char="l"/>
            </a:pPr>
            <a:r>
              <a:rPr lang="zh-CN" altLang="en-US" b="1" dirty="0">
                <a:latin typeface="宋体" panose="02010600030101010101" pitchFamily="2" charset="-122"/>
                <a:ea typeface="宋体" panose="02010600030101010101" pitchFamily="2" charset="-122"/>
              </a:rPr>
              <a:t>通过对下层基本模块的调用，生成可执行代码，运行这些代码即可完成数据库语句的功能要求 </a:t>
            </a:r>
            <a:endParaRPr lang="zh-CN" altLang="en-US" b="1" dirty="0">
              <a:latin typeface="宋体" panose="02010600030101010101" pitchFamily="2" charset="-122"/>
              <a:ea typeface="宋体" panose="02010600030101010101" pitchFamily="2" charset="-122"/>
            </a:endParaRPr>
          </a:p>
        </p:txBody>
      </p:sp>
      <p:sp>
        <p:nvSpPr>
          <p:cNvPr id="7" name="Rectangle 2"/>
          <p:cNvSpPr>
            <a:spLocks noGrp="1" noChangeArrowheads="1"/>
          </p:cNvSpPr>
          <p:nvPr>
            <p:ph type="title"/>
          </p:nvPr>
        </p:nvSpPr>
        <p:spPr>
          <a:xfrm>
            <a:off x="647277" y="1009652"/>
            <a:ext cx="8401051" cy="852488"/>
          </a:xfrm>
        </p:spPr>
        <p:txBody>
          <a:bodyPr/>
          <a:lstStyle/>
          <a:p>
            <a:pPr algn="l" eaLnBrk="1" hangingPunct="1"/>
            <a:r>
              <a:rPr lang="zh-CN" altLang="en-US" sz="2800" b="1" dirty="0">
                <a:solidFill>
                  <a:schemeClr val="tx1"/>
                </a:solidFill>
                <a:latin typeface="宋体" panose="02010600030101010101" pitchFamily="2" charset="-122"/>
                <a:ea typeface="宋体" panose="02010600030101010101" pitchFamily="2" charset="-122"/>
              </a:rPr>
              <a:t>第二层：语言处理层</a:t>
            </a:r>
            <a:endParaRPr lang="zh-CN" altLang="en-US" sz="2800" b="1" dirty="0">
              <a:solidFill>
                <a:schemeClr val="tx1"/>
              </a:solidFill>
              <a:latin typeface="宋体" panose="02010600030101010101" pitchFamily="2" charset="-122"/>
              <a:ea typeface="宋体" panose="02010600030101010101" pitchFamily="2" charset="-122"/>
            </a:endParaRPr>
          </a:p>
        </p:txBody>
      </p:sp>
      <p:sp>
        <p:nvSpPr>
          <p:cNvPr id="8" name="Rectangle 2"/>
          <p:cNvSpPr txBox="1">
            <a:spLocks noChangeArrowheads="1"/>
          </p:cNvSpPr>
          <p:nvPr/>
        </p:nvSpPr>
        <p:spPr bwMode="auto">
          <a:xfrm>
            <a:off x="1826269" y="20108"/>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Arial" panose="020B0604020202020204" pitchFamily="34" charset="0"/>
                <a:ea typeface="宋体" panose="02010600030101010101" pitchFamily="2" charset="-122"/>
              </a:rPr>
              <a:t>数据库管理系统的层次结构（续）</a:t>
            </a:r>
            <a:endParaRPr lang="zh-CN" altLang="en-US" sz="3600" dirty="0">
              <a:latin typeface="Arial" panose="020B0604020202020204" pitchFamily="34" charset="0"/>
              <a:ea typeface="宋体" panose="02010600030101010101" pitchFamily="2" charset="-122"/>
            </a:endParaRPr>
          </a:p>
        </p:txBody>
      </p:sp>
    </p:spTree>
  </p:cSld>
  <p:clrMapOvr>
    <a:masterClrMapping/>
  </p:clrMapOvr>
  <p:transition spd="slow">
    <p:wipe dir="d"/>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灯片编号占位符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ts val="18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ts val="18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spcBef>
                <a:spcPct val="0"/>
              </a:spcBef>
              <a:buSzTx/>
              <a:buFont typeface="Arial" panose="020B0604020202020204" pitchFamily="34" charset="0"/>
              <a:buNone/>
            </a:pPr>
            <a:fld id="{1A374208-BE53-8D4B-9098-930E35DA48D1}" type="slidenum">
              <a:rPr lang="zh-CN" altLang="en-US" sz="1800" b="0"/>
            </a:fld>
            <a:endParaRPr lang="en-US" altLang="zh-CN" sz="1800" b="0"/>
          </a:p>
        </p:txBody>
      </p:sp>
      <p:sp>
        <p:nvSpPr>
          <p:cNvPr id="192516" name="Rectangle 3"/>
          <p:cNvSpPr>
            <a:spLocks noGrp="1" noChangeArrowheads="1"/>
          </p:cNvSpPr>
          <p:nvPr>
            <p:ph type="body" sz="half" idx="1"/>
          </p:nvPr>
        </p:nvSpPr>
        <p:spPr>
          <a:xfrm>
            <a:off x="1415480" y="1916832"/>
            <a:ext cx="10657184" cy="3789611"/>
          </a:xfrm>
        </p:spPr>
        <p:txBody>
          <a:bodyPr/>
          <a:lstStyle/>
          <a:p>
            <a:pPr eaLnBrk="1" hangingPunct="1">
              <a:lnSpc>
                <a:spcPct val="120000"/>
              </a:lnSpc>
              <a:spcBef>
                <a:spcPts val="0"/>
              </a:spcBef>
              <a:buFont typeface="Wingdings" panose="05000000000000000000" pitchFamily="2" charset="2"/>
              <a:buChar char="n"/>
            </a:pPr>
            <a:r>
              <a:rPr lang="zh-CN" altLang="en-US" sz="2400" b="1" dirty="0">
                <a:latin typeface="宋体" panose="02010600030101010101" pitchFamily="2" charset="-122"/>
                <a:ea typeface="宋体" panose="02010600030101010101" pitchFamily="2" charset="-122"/>
              </a:rPr>
              <a:t>处理的对象是单个元组，把上层的集合操作转换为单记录操作</a:t>
            </a:r>
            <a:endParaRPr lang="zh-CN" altLang="en-US" sz="2400" b="1" dirty="0">
              <a:latin typeface="宋体" panose="02010600030101010101" pitchFamily="2" charset="-122"/>
              <a:ea typeface="宋体" panose="02010600030101010101" pitchFamily="2" charset="-122"/>
            </a:endParaRPr>
          </a:p>
          <a:p>
            <a:pPr eaLnBrk="1" hangingPunct="1">
              <a:lnSpc>
                <a:spcPct val="120000"/>
              </a:lnSpc>
              <a:spcBef>
                <a:spcPts val="0"/>
              </a:spcBef>
              <a:buFont typeface="Wingdings" panose="05000000000000000000" pitchFamily="2" charset="2"/>
              <a:buChar char="n"/>
            </a:pPr>
            <a:r>
              <a:rPr lang="zh-CN" altLang="en-US" sz="2400" b="1" dirty="0">
                <a:latin typeface="宋体" panose="02010600030101010101" pitchFamily="2" charset="-122"/>
                <a:ea typeface="宋体" panose="02010600030101010101" pitchFamily="2" charset="-122"/>
              </a:rPr>
              <a:t>功能</a:t>
            </a:r>
            <a:endParaRPr lang="zh-CN" altLang="en-US" sz="2400" b="1" dirty="0">
              <a:latin typeface="宋体" panose="02010600030101010101" pitchFamily="2" charset="-122"/>
              <a:ea typeface="宋体" panose="02010600030101010101" pitchFamily="2" charset="-122"/>
            </a:endParaRPr>
          </a:p>
          <a:p>
            <a:pPr lvl="1" eaLnBrk="1" hangingPunct="1">
              <a:lnSpc>
                <a:spcPct val="120000"/>
              </a:lnSpc>
              <a:spcBef>
                <a:spcPts val="0"/>
              </a:spcBef>
              <a:buFont typeface="Wingdings" panose="05000000000000000000" pitchFamily="2" charset="2"/>
              <a:buChar char="l"/>
            </a:pPr>
            <a:r>
              <a:rPr lang="zh-CN" altLang="en-US" sz="2200" b="1" dirty="0">
                <a:latin typeface="宋体" panose="02010600030101010101" pitchFamily="2" charset="-122"/>
                <a:ea typeface="宋体" panose="02010600030101010101" pitchFamily="2" charset="-122"/>
              </a:rPr>
              <a:t>执行扫描（如表扫描）、排序、元组的查找、插入、修改、删除、封锁等基本操作</a:t>
            </a:r>
            <a:endParaRPr lang="zh-CN" altLang="en-US" sz="2200" b="1" dirty="0">
              <a:latin typeface="宋体" panose="02010600030101010101" pitchFamily="2" charset="-122"/>
              <a:ea typeface="宋体" panose="02010600030101010101" pitchFamily="2" charset="-122"/>
            </a:endParaRPr>
          </a:p>
          <a:p>
            <a:pPr lvl="1" eaLnBrk="1" hangingPunct="1">
              <a:lnSpc>
                <a:spcPct val="120000"/>
              </a:lnSpc>
              <a:spcBef>
                <a:spcPts val="0"/>
              </a:spcBef>
              <a:buFont typeface="Wingdings" panose="05000000000000000000" pitchFamily="2" charset="2"/>
              <a:buChar char="l"/>
            </a:pPr>
            <a:r>
              <a:rPr lang="zh-CN" altLang="en-US" sz="2200" b="1" dirty="0">
                <a:latin typeface="宋体" panose="02010600030101010101" pitchFamily="2" charset="-122"/>
                <a:ea typeface="宋体" panose="02010600030101010101" pitchFamily="2" charset="-122"/>
              </a:rPr>
              <a:t>完成数据记录的存取、存取路径维护、事务管理、并发控制和恢复等工作 </a:t>
            </a:r>
            <a:endParaRPr lang="zh-CN" altLang="en-US" sz="2200" b="1" dirty="0">
              <a:latin typeface="宋体" panose="02010600030101010101" pitchFamily="2" charset="-122"/>
              <a:ea typeface="宋体" panose="02010600030101010101" pitchFamily="2" charset="-122"/>
            </a:endParaRPr>
          </a:p>
        </p:txBody>
      </p:sp>
      <p:sp>
        <p:nvSpPr>
          <p:cNvPr id="6" name="Rectangle 2"/>
          <p:cNvSpPr txBox="1">
            <a:spLocks noChangeArrowheads="1"/>
          </p:cNvSpPr>
          <p:nvPr/>
        </p:nvSpPr>
        <p:spPr bwMode="auto">
          <a:xfrm>
            <a:off x="1826269" y="20108"/>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Arial" panose="020B0604020202020204" pitchFamily="34" charset="0"/>
                <a:ea typeface="宋体" panose="02010600030101010101" pitchFamily="2" charset="-122"/>
              </a:rPr>
              <a:t>数据库管理系统的层次结构（续）</a:t>
            </a:r>
            <a:endParaRPr lang="zh-CN" altLang="en-US" sz="3600" dirty="0">
              <a:latin typeface="Arial" panose="020B0604020202020204" pitchFamily="34" charset="0"/>
              <a:ea typeface="宋体" panose="02010600030101010101" pitchFamily="2" charset="-122"/>
            </a:endParaRPr>
          </a:p>
        </p:txBody>
      </p:sp>
      <p:sp>
        <p:nvSpPr>
          <p:cNvPr id="10" name="Rectangle 2"/>
          <p:cNvSpPr>
            <a:spLocks noGrp="1" noChangeArrowheads="1"/>
          </p:cNvSpPr>
          <p:nvPr>
            <p:ph type="title"/>
          </p:nvPr>
        </p:nvSpPr>
        <p:spPr>
          <a:xfrm>
            <a:off x="719285" y="1009652"/>
            <a:ext cx="8401051" cy="852488"/>
          </a:xfrm>
        </p:spPr>
        <p:txBody>
          <a:bodyPr/>
          <a:lstStyle/>
          <a:p>
            <a:pPr algn="l" eaLnBrk="1" hangingPunct="1"/>
            <a:r>
              <a:rPr lang="zh-CN" altLang="en-US" sz="2800" b="1" dirty="0">
                <a:solidFill>
                  <a:schemeClr val="tx1"/>
                </a:solidFill>
                <a:latin typeface="宋体" panose="02010600030101010101" pitchFamily="2" charset="-122"/>
                <a:ea typeface="宋体" panose="02010600030101010101" pitchFamily="2" charset="-122"/>
              </a:rPr>
              <a:t>第三层：数据存取层</a:t>
            </a:r>
            <a:endParaRPr lang="zh-CN" altLang="en-US" sz="2800" b="1" dirty="0">
              <a:solidFill>
                <a:schemeClr val="tx1"/>
              </a:solidFill>
              <a:latin typeface="宋体" panose="02010600030101010101" pitchFamily="2" charset="-122"/>
              <a:ea typeface="宋体" panose="02010600030101010101" pitchFamily="2" charset="-122"/>
            </a:endParaRPr>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4" name="Rectangle 3"/>
          <p:cNvSpPr>
            <a:spLocks noGrp="1" noChangeArrowheads="1"/>
          </p:cNvSpPr>
          <p:nvPr>
            <p:ph type="body" sz="half" idx="1"/>
          </p:nvPr>
        </p:nvSpPr>
        <p:spPr>
          <a:xfrm>
            <a:off x="911424" y="1999196"/>
            <a:ext cx="9649072" cy="2997635"/>
          </a:xfrm>
        </p:spPr>
        <p:txBody>
          <a:bodyPr/>
          <a:lstStyle/>
          <a:p>
            <a:pPr eaLnBrk="1" hangingPunct="1">
              <a:lnSpc>
                <a:spcPct val="150000"/>
              </a:lnSpc>
              <a:spcBef>
                <a:spcPts val="0"/>
              </a:spcBef>
              <a:buFont typeface="Wingdings" panose="05000000000000000000" pitchFamily="2" charset="2"/>
              <a:buChar char="n"/>
            </a:pPr>
            <a:r>
              <a:rPr lang="zh-CN" altLang="en-US" sz="2400" b="1" dirty="0">
                <a:latin typeface="宋体" panose="02010600030101010101" pitchFamily="2" charset="-122"/>
                <a:ea typeface="宋体" panose="02010600030101010101" pitchFamily="2" charset="-122"/>
              </a:rPr>
              <a:t>处理的对象是数据页和系统缓冲区</a:t>
            </a:r>
            <a:endParaRPr lang="zh-CN" altLang="en-US" sz="2400" b="1" dirty="0">
              <a:latin typeface="宋体" panose="02010600030101010101" pitchFamily="2" charset="-122"/>
              <a:ea typeface="宋体" panose="02010600030101010101" pitchFamily="2" charset="-122"/>
            </a:endParaRPr>
          </a:p>
          <a:p>
            <a:pPr eaLnBrk="1" hangingPunct="1">
              <a:lnSpc>
                <a:spcPct val="150000"/>
              </a:lnSpc>
              <a:spcBef>
                <a:spcPts val="0"/>
              </a:spcBef>
              <a:buFont typeface="Wingdings" panose="05000000000000000000" pitchFamily="2" charset="2"/>
              <a:buChar char="n"/>
            </a:pPr>
            <a:r>
              <a:rPr lang="zh-CN" altLang="en-US" sz="2400" b="1" dirty="0">
                <a:latin typeface="宋体" panose="02010600030101010101" pitchFamily="2" charset="-122"/>
                <a:ea typeface="宋体" panose="02010600030101010101" pitchFamily="2" charset="-122"/>
              </a:rPr>
              <a:t>功能</a:t>
            </a:r>
            <a:endParaRPr lang="zh-CN" altLang="en-US" sz="2400" b="1" dirty="0">
              <a:latin typeface="宋体" panose="02010600030101010101" pitchFamily="2" charset="-122"/>
              <a:ea typeface="宋体" panose="02010600030101010101" pitchFamily="2" charset="-122"/>
            </a:endParaRPr>
          </a:p>
          <a:p>
            <a:pPr lvl="1" eaLnBrk="1" hangingPunct="1">
              <a:lnSpc>
                <a:spcPct val="150000"/>
              </a:lnSpc>
              <a:spcBef>
                <a:spcPts val="0"/>
              </a:spcBef>
              <a:buFont typeface="Wingdings" panose="05000000000000000000" pitchFamily="2" charset="2"/>
              <a:buChar char="l"/>
            </a:pPr>
            <a:r>
              <a:rPr lang="zh-CN" altLang="en-US" sz="2200" b="1" dirty="0">
                <a:latin typeface="宋体" panose="02010600030101010101" pitchFamily="2" charset="-122"/>
                <a:ea typeface="宋体" panose="02010600030101010101" pitchFamily="2" charset="-122"/>
              </a:rPr>
              <a:t>执行文件的逻辑打开、关闭、读页、写页、缓冲区读和写、页面淘汰等</a:t>
            </a:r>
            <a:endParaRPr lang="zh-CN" altLang="en-US" sz="2200" b="1" dirty="0">
              <a:latin typeface="宋体" panose="02010600030101010101" pitchFamily="2" charset="-122"/>
              <a:ea typeface="宋体" panose="02010600030101010101" pitchFamily="2" charset="-122"/>
            </a:endParaRPr>
          </a:p>
          <a:p>
            <a:pPr lvl="1" eaLnBrk="1" hangingPunct="1">
              <a:lnSpc>
                <a:spcPct val="150000"/>
              </a:lnSpc>
              <a:spcBef>
                <a:spcPts val="0"/>
              </a:spcBef>
              <a:buFont typeface="Wingdings" panose="05000000000000000000" pitchFamily="2" charset="2"/>
              <a:buChar char="l"/>
            </a:pPr>
            <a:r>
              <a:rPr lang="zh-CN" altLang="en-US" sz="2200" b="1" dirty="0">
                <a:latin typeface="宋体" panose="02010600030101010101" pitchFamily="2" charset="-122"/>
                <a:ea typeface="宋体" panose="02010600030101010101" pitchFamily="2" charset="-122"/>
              </a:rPr>
              <a:t>完成缓冲区管理、内外存交换、外存的数据管理等功能</a:t>
            </a:r>
            <a:endParaRPr lang="zh-CN" altLang="en-US" sz="2200" b="1" dirty="0">
              <a:latin typeface="宋体" panose="02010600030101010101" pitchFamily="2" charset="-122"/>
              <a:ea typeface="宋体" panose="02010600030101010101" pitchFamily="2" charset="-122"/>
            </a:endParaRPr>
          </a:p>
        </p:txBody>
      </p:sp>
      <p:sp>
        <p:nvSpPr>
          <p:cNvPr id="6" name="Rectangle 2"/>
          <p:cNvSpPr>
            <a:spLocks noGrp="1" noChangeArrowheads="1"/>
          </p:cNvSpPr>
          <p:nvPr>
            <p:ph type="title"/>
          </p:nvPr>
        </p:nvSpPr>
        <p:spPr>
          <a:xfrm>
            <a:off x="863301" y="1009652"/>
            <a:ext cx="8401051" cy="852488"/>
          </a:xfrm>
        </p:spPr>
        <p:txBody>
          <a:bodyPr/>
          <a:lstStyle/>
          <a:p>
            <a:pPr algn="l" eaLnBrk="1" hangingPunct="1"/>
            <a:r>
              <a:rPr lang="zh-CN" altLang="en-US" sz="2800" b="1" dirty="0">
                <a:solidFill>
                  <a:schemeClr val="tx1"/>
                </a:solidFill>
                <a:latin typeface="宋体" panose="02010600030101010101" pitchFamily="2" charset="-122"/>
                <a:ea typeface="宋体" panose="02010600030101010101" pitchFamily="2" charset="-122"/>
              </a:rPr>
              <a:t>第四层：数据存储层</a:t>
            </a:r>
            <a:endParaRPr lang="zh-CN" altLang="en-US" sz="2800" b="1" dirty="0">
              <a:solidFill>
                <a:schemeClr val="tx1"/>
              </a:solidFill>
              <a:latin typeface="宋体" panose="02010600030101010101" pitchFamily="2" charset="-122"/>
              <a:ea typeface="宋体" panose="02010600030101010101" pitchFamily="2" charset="-122"/>
            </a:endParaRPr>
          </a:p>
        </p:txBody>
      </p:sp>
      <p:sp>
        <p:nvSpPr>
          <p:cNvPr id="8" name="Rectangle 2"/>
          <p:cNvSpPr txBox="1">
            <a:spLocks noChangeArrowheads="1"/>
          </p:cNvSpPr>
          <p:nvPr/>
        </p:nvSpPr>
        <p:spPr bwMode="auto">
          <a:xfrm>
            <a:off x="1826269" y="20108"/>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Arial" panose="020B0604020202020204" pitchFamily="34" charset="0"/>
                <a:ea typeface="宋体" panose="02010600030101010101" pitchFamily="2" charset="-122"/>
              </a:rPr>
              <a:t>数据库管理系统的层次结构（续）</a:t>
            </a:r>
            <a:endParaRPr lang="zh-CN" altLang="en-US" sz="3600" dirty="0">
              <a:latin typeface="Arial" panose="020B0604020202020204" pitchFamily="34" charset="0"/>
              <a:ea typeface="宋体" panose="02010600030101010101" pitchFamily="2" charset="-122"/>
            </a:endParaRPr>
          </a:p>
        </p:txBody>
      </p:sp>
    </p:spTree>
  </p:cSld>
  <p:clrMapOvr>
    <a:masterClrMapping/>
  </p:clrMapOvr>
  <p:transition spd="slow">
    <p:wipe dir="d"/>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2"/>
          <p:cNvSpPr>
            <a:spLocks noGrp="1" noChangeArrowheads="1"/>
          </p:cNvSpPr>
          <p:nvPr>
            <p:ph type="title"/>
          </p:nvPr>
        </p:nvSpPr>
        <p:spPr>
          <a:xfrm>
            <a:off x="1703512" y="44624"/>
            <a:ext cx="8401051" cy="852488"/>
          </a:xfrm>
        </p:spPr>
        <p:txBody>
          <a:bodyPr/>
          <a:lstStyle/>
          <a:p>
            <a:pPr eaLnBrk="1" hangingPunct="1"/>
            <a:r>
              <a:rPr lang="en-US" altLang="zh-CN" sz="3600" dirty="0">
                <a:latin typeface="Arial" panose="020B0604020202020204" pitchFamily="34" charset="0"/>
                <a:ea typeface="宋体" panose="02010600030101010101" pitchFamily="2" charset="-122"/>
              </a:rPr>
              <a:t>13.2 </a:t>
            </a:r>
            <a:r>
              <a:rPr lang="zh-CN" altLang="en-US" sz="3600" dirty="0">
                <a:latin typeface="Arial" panose="020B0604020202020204" pitchFamily="34" charset="0"/>
                <a:ea typeface="宋体" panose="02010600030101010101" pitchFamily="2" charset="-122"/>
              </a:rPr>
              <a:t>数据库管理系统的系统结构</a:t>
            </a:r>
            <a:endParaRPr lang="zh-CN" altLang="en-US" sz="3600" dirty="0">
              <a:latin typeface="Arial" panose="020B0604020202020204" pitchFamily="34" charset="0"/>
              <a:ea typeface="宋体" panose="02010600030101010101" pitchFamily="2" charset="-122"/>
            </a:endParaRPr>
          </a:p>
        </p:txBody>
      </p:sp>
      <p:sp>
        <p:nvSpPr>
          <p:cNvPr id="164867" name="Rectangle 3"/>
          <p:cNvSpPr>
            <a:spLocks noGrp="1" noChangeArrowheads="1"/>
          </p:cNvSpPr>
          <p:nvPr>
            <p:ph type="body" idx="1"/>
          </p:nvPr>
        </p:nvSpPr>
        <p:spPr>
          <a:xfrm>
            <a:off x="2016125" y="1700216"/>
            <a:ext cx="8401051" cy="3641725"/>
          </a:xfrm>
        </p:spPr>
        <p:txBody>
          <a:bodyPr/>
          <a:lstStyle/>
          <a:p>
            <a:pPr eaLnBrk="1" hangingPunct="1">
              <a:lnSpc>
                <a:spcPct val="150000"/>
              </a:lnSpc>
            </a:pPr>
            <a:r>
              <a:rPr lang="zh-CN" altLang="en-US" dirty="0"/>
              <a:t>13.</a:t>
            </a:r>
            <a:r>
              <a:rPr lang="en-US" altLang="zh-CN" dirty="0"/>
              <a:t>2.1</a:t>
            </a:r>
            <a:r>
              <a:rPr lang="zh-CN" altLang="en-US" dirty="0"/>
              <a:t>  数据库管理系统的层次结构</a:t>
            </a:r>
            <a:endParaRPr lang="zh-CN" altLang="en-US" dirty="0"/>
          </a:p>
          <a:p>
            <a:pPr eaLnBrk="1" hangingPunct="1">
              <a:lnSpc>
                <a:spcPct val="150000"/>
              </a:lnSpc>
            </a:pPr>
            <a:r>
              <a:rPr lang="zh-CN" altLang="en-US" dirty="0">
                <a:solidFill>
                  <a:srgbClr val="00B050"/>
                </a:solidFill>
              </a:rPr>
              <a:t>13.</a:t>
            </a:r>
            <a:r>
              <a:rPr lang="en-US" altLang="zh-CN" dirty="0">
                <a:solidFill>
                  <a:srgbClr val="00B050"/>
                </a:solidFill>
              </a:rPr>
              <a:t>2.2</a:t>
            </a:r>
            <a:r>
              <a:rPr lang="zh-CN" altLang="en-US" dirty="0">
                <a:solidFill>
                  <a:srgbClr val="00B050"/>
                </a:solidFill>
              </a:rPr>
              <a:t>  关系数据库管理系统的运行过程示例 </a:t>
            </a:r>
            <a:endParaRPr lang="zh-CN" altLang="en-US" dirty="0">
              <a:solidFill>
                <a:srgbClr val="00B050"/>
              </a:solidFill>
            </a:endParaRPr>
          </a:p>
        </p:txBody>
      </p:sp>
    </p:spTree>
  </p:cSld>
  <p:clrMapOvr>
    <a:masterClrMapping/>
  </p:clrMapOvr>
  <p:transition spd="slow">
    <p:wipe dir="d"/>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p:cNvSpPr txBox="1">
            <a:spLocks noChangeArrowheads="1"/>
          </p:cNvSpPr>
          <p:nvPr/>
        </p:nvSpPr>
        <p:spPr bwMode="auto">
          <a:xfrm>
            <a:off x="1487489" y="20108"/>
            <a:ext cx="9217024"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Arial" panose="020B0604020202020204" pitchFamily="34" charset="0"/>
                <a:ea typeface="宋体" panose="02010600030101010101" pitchFamily="2" charset="-122"/>
              </a:rPr>
              <a:t>13.2</a:t>
            </a:r>
            <a:r>
              <a:rPr lang="en-US" altLang="zh-CN" sz="3600" dirty="0">
                <a:latin typeface="Arial" panose="020B0604020202020204" pitchFamily="34" charset="0"/>
                <a:ea typeface="宋体" panose="02010600030101010101" pitchFamily="2" charset="-122"/>
              </a:rPr>
              <a:t>.2</a:t>
            </a:r>
            <a:r>
              <a:rPr lang="zh-CN" altLang="en-US" sz="3600" dirty="0">
                <a:latin typeface="Arial" panose="020B0604020202020204" pitchFamily="34" charset="0"/>
                <a:ea typeface="宋体" panose="02010600030101010101" pitchFamily="2" charset="-122"/>
              </a:rPr>
              <a:t>  关系数据库管理系统的运行过程示例</a:t>
            </a:r>
            <a:endParaRPr lang="zh-CN" altLang="en-US" sz="3600" dirty="0">
              <a:latin typeface="Arial" panose="020B0604020202020204" pitchFamily="34" charset="0"/>
              <a:ea typeface="宋体" panose="02010600030101010101" pitchFamily="2" charset="-122"/>
            </a:endParaRPr>
          </a:p>
        </p:txBody>
      </p:sp>
      <p:sp>
        <p:nvSpPr>
          <p:cNvPr id="7" name="文本框 6"/>
          <p:cNvSpPr txBox="1"/>
          <p:nvPr/>
        </p:nvSpPr>
        <p:spPr>
          <a:xfrm>
            <a:off x="4007768" y="5731593"/>
            <a:ext cx="4821766" cy="337185"/>
          </a:xfrm>
          <a:prstGeom prst="rect">
            <a:avLst/>
          </a:prstGeom>
          <a:noFill/>
        </p:spPr>
        <p:txBody>
          <a:bodyPr wrap="square">
            <a:spAutoFit/>
          </a:bodyPr>
          <a:lstStyle/>
          <a:p>
            <a:r>
              <a:rPr lang="zh-CN" altLang="zh-CN" sz="1600" b="1" kern="1050" dirty="0">
                <a:effectLst/>
                <a:latin typeface="Times New Roman" panose="02020603050405020304" pitchFamily="18" charset="0"/>
                <a:ea typeface="宋体" panose="02010600030101010101" pitchFamily="2" charset="-122"/>
                <a:cs typeface="Times New Roman" panose="02020603050405020304" pitchFamily="18" charset="0"/>
              </a:rPr>
              <a:t>关系数据库管理系统的运行过程示例</a:t>
            </a:r>
            <a:endParaRPr lang="zh-CN" altLang="en-US" sz="1600" b="1" dirty="0"/>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838284" y="1235682"/>
            <a:ext cx="5850004" cy="4283220"/>
          </a:xfrm>
          <a:prstGeom prst="rect">
            <a:avLst/>
          </a:prstGeom>
        </p:spPr>
      </p:pic>
    </p:spTree>
  </p:cSld>
  <p:clrMapOvr>
    <a:masterClrMapping/>
  </p:clrMapOvr>
  <p:transition spd="slow">
    <p:wipe dir="d"/>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4" name="Rectangle 3"/>
          <p:cNvSpPr>
            <a:spLocks noGrp="1" noChangeArrowheads="1"/>
          </p:cNvSpPr>
          <p:nvPr>
            <p:ph type="body" sz="half" idx="1"/>
          </p:nvPr>
        </p:nvSpPr>
        <p:spPr>
          <a:xfrm>
            <a:off x="1081718" y="1196752"/>
            <a:ext cx="10297144" cy="5040560"/>
          </a:xfrm>
        </p:spPr>
        <p:txBody>
          <a:bodyPr/>
          <a:lstStyle/>
          <a:p>
            <a:pPr marL="685800" indent="-342900" algn="just">
              <a:lnSpc>
                <a:spcPct val="120000"/>
              </a:lnSpc>
              <a:buFont typeface="Wingdings" panose="05000000000000000000" pitchFamily="2" charset="2"/>
              <a:buChar char="n"/>
            </a:pPr>
            <a:r>
              <a:rPr lang="zh-CN" altLang="zh-CN" sz="2200" b="1" kern="1050" dirty="0">
                <a:effectLst/>
                <a:latin typeface="宋体" panose="02010600030101010101" pitchFamily="2" charset="-122"/>
                <a:ea typeface="宋体" panose="02010600030101010101" pitchFamily="2" charset="-122"/>
              </a:rPr>
              <a:t>（</a:t>
            </a:r>
            <a:r>
              <a:rPr lang="en-US" altLang="zh-CN" sz="2200" b="1" kern="1050" dirty="0">
                <a:effectLst/>
                <a:latin typeface="宋体" panose="02010600030101010101" pitchFamily="2" charset="-122"/>
                <a:ea typeface="宋体" panose="02010600030101010101" pitchFamily="2" charset="-122"/>
              </a:rPr>
              <a:t>1</a:t>
            </a:r>
            <a:r>
              <a:rPr lang="zh-CN" altLang="zh-CN" sz="2200" b="1" kern="1050" dirty="0">
                <a:effectLst/>
                <a:latin typeface="宋体" panose="02010600030101010101" pitchFamily="2" charset="-122"/>
                <a:ea typeface="宋体" panose="02010600030101010101" pitchFamily="2" charset="-122"/>
              </a:rPr>
              <a:t>）用户通过应用程序</a:t>
            </a:r>
            <a:r>
              <a:rPr lang="en-US" altLang="zh-CN" sz="2200" b="1" kern="1050" dirty="0">
                <a:latin typeface="Arial" panose="020B0604020202020204" pitchFamily="34" charset="0"/>
                <a:ea typeface="宋体" panose="02010600030101010101" pitchFamily="2" charset="-122"/>
                <a:cs typeface="Arial" panose="020B0604020202020204" pitchFamily="34" charset="0"/>
              </a:rPr>
              <a:t>A</a:t>
            </a:r>
            <a:r>
              <a:rPr lang="zh-CN" altLang="zh-CN" sz="2200" b="1" kern="1050" dirty="0">
                <a:effectLst/>
                <a:latin typeface="宋体" panose="02010600030101010101" pitchFamily="2" charset="-122"/>
                <a:ea typeface="宋体" panose="02010600030101010101" pitchFamily="2" charset="-122"/>
              </a:rPr>
              <a:t>向关系数据库管理系统发出调用数据库数据的命令</a:t>
            </a:r>
            <a:endParaRPr lang="zh-CN" altLang="zh-CN" sz="2200" b="1" kern="1050" dirty="0">
              <a:effectLst/>
              <a:latin typeface="宋体" panose="02010600030101010101" pitchFamily="2" charset="-122"/>
              <a:ea typeface="宋体" panose="02010600030101010101" pitchFamily="2" charset="-122"/>
            </a:endParaRPr>
          </a:p>
          <a:p>
            <a:pPr marL="685800" indent="-342900" algn="just">
              <a:lnSpc>
                <a:spcPct val="120000"/>
              </a:lnSpc>
              <a:buFont typeface="Wingdings" panose="05000000000000000000" pitchFamily="2" charset="2"/>
              <a:buChar char="n"/>
            </a:pPr>
            <a:r>
              <a:rPr lang="zh-CN" altLang="zh-CN" sz="2200" b="1" kern="1050" dirty="0">
                <a:effectLst/>
                <a:latin typeface="宋体" panose="02010600030101010101" pitchFamily="2" charset="-122"/>
                <a:ea typeface="宋体" panose="02010600030101010101" pitchFamily="2" charset="-122"/>
              </a:rPr>
              <a:t>（</a:t>
            </a:r>
            <a:r>
              <a:rPr lang="en-US" altLang="zh-CN" sz="2200" b="1" kern="1050" dirty="0">
                <a:effectLst/>
                <a:latin typeface="宋体" panose="02010600030101010101" pitchFamily="2" charset="-122"/>
                <a:ea typeface="宋体" panose="02010600030101010101" pitchFamily="2" charset="-122"/>
              </a:rPr>
              <a:t>2</a:t>
            </a:r>
            <a:r>
              <a:rPr lang="zh-CN" altLang="zh-CN" sz="2200" b="1" kern="1050" dirty="0">
                <a:effectLst/>
                <a:latin typeface="宋体" panose="02010600030101010101" pitchFamily="2" charset="-122"/>
                <a:ea typeface="宋体" panose="02010600030101010101" pitchFamily="2" charset="-122"/>
              </a:rPr>
              <a:t>）关系数据库管理系统对命令进行语法检查，检查通过后进行语义检查和用户存取权限检查</a:t>
            </a:r>
            <a:endParaRPr lang="en-US" altLang="zh-CN" sz="2200" b="1" kern="1050" dirty="0">
              <a:effectLst/>
              <a:latin typeface="宋体" panose="02010600030101010101" pitchFamily="2" charset="-122"/>
              <a:ea typeface="宋体" panose="02010600030101010101" pitchFamily="2" charset="-122"/>
            </a:endParaRPr>
          </a:p>
          <a:p>
            <a:pPr marL="685800" indent="-342900" algn="just">
              <a:lnSpc>
                <a:spcPct val="120000"/>
              </a:lnSpc>
              <a:buFont typeface="Wingdings" panose="05000000000000000000" pitchFamily="2" charset="2"/>
              <a:buChar char="n"/>
            </a:pPr>
            <a:r>
              <a:rPr lang="zh-CN" altLang="zh-CN" sz="2200" b="1" kern="1050" dirty="0">
                <a:effectLst/>
                <a:latin typeface="宋体" panose="02010600030101010101" pitchFamily="2" charset="-122"/>
                <a:ea typeface="宋体" panose="02010600030101010101" pitchFamily="2" charset="-122"/>
              </a:rPr>
              <a:t>（</a:t>
            </a:r>
            <a:r>
              <a:rPr lang="en-US" altLang="zh-CN" sz="2200" b="1" kern="1050" dirty="0">
                <a:effectLst/>
                <a:latin typeface="宋体" panose="02010600030101010101" pitchFamily="2" charset="-122"/>
                <a:ea typeface="宋体" panose="02010600030101010101" pitchFamily="2" charset="-122"/>
              </a:rPr>
              <a:t>3</a:t>
            </a:r>
            <a:r>
              <a:rPr lang="zh-CN" altLang="zh-CN" sz="2200" b="1" kern="1050" dirty="0">
                <a:effectLst/>
                <a:latin typeface="宋体" panose="02010600030101010101" pitchFamily="2" charset="-122"/>
                <a:ea typeface="宋体" panose="02010600030101010101" pitchFamily="2" charset="-122"/>
              </a:rPr>
              <a:t>）关系数据库管理系统执行查询优化</a:t>
            </a:r>
            <a:endParaRPr lang="en-US" altLang="zh-CN" sz="2200" b="1" kern="1050" dirty="0">
              <a:effectLst/>
              <a:latin typeface="宋体" panose="02010600030101010101" pitchFamily="2" charset="-122"/>
              <a:ea typeface="宋体" panose="02010600030101010101" pitchFamily="2" charset="-122"/>
            </a:endParaRPr>
          </a:p>
          <a:p>
            <a:pPr marL="342900" indent="0" algn="just">
              <a:lnSpc>
                <a:spcPct val="120000"/>
              </a:lnSpc>
              <a:buNone/>
            </a:pPr>
            <a:r>
              <a:rPr lang="en-US" altLang="zh-CN" sz="2200" b="1" kern="1050" dirty="0">
                <a:latin typeface="宋体" panose="02010600030101010101" pitchFamily="2" charset="-122"/>
                <a:ea typeface="宋体" panose="02010600030101010101" pitchFamily="2" charset="-122"/>
              </a:rPr>
              <a:t>    </a:t>
            </a:r>
            <a:r>
              <a:rPr lang="zh-CN" altLang="zh-CN" sz="2200" b="1" kern="1050" dirty="0">
                <a:effectLst/>
                <a:latin typeface="宋体" panose="02010600030101010101" pitchFamily="2" charset="-122"/>
                <a:ea typeface="宋体" panose="02010600030101010101" pitchFamily="2" charset="-122"/>
              </a:rPr>
              <a:t>关系数据库管理系统执行存取操作序列（反复执行以下各步，直至结束）</a:t>
            </a:r>
            <a:endParaRPr lang="zh-CN" altLang="zh-CN" sz="2200" b="1" kern="1050" dirty="0">
              <a:effectLst/>
              <a:latin typeface="宋体" panose="02010600030101010101" pitchFamily="2" charset="-122"/>
              <a:ea typeface="宋体" panose="02010600030101010101" pitchFamily="2" charset="-122"/>
            </a:endParaRPr>
          </a:p>
          <a:p>
            <a:pPr marL="685800" indent="-342900" algn="just">
              <a:lnSpc>
                <a:spcPct val="120000"/>
              </a:lnSpc>
              <a:buFont typeface="Wingdings" panose="05000000000000000000" pitchFamily="2" charset="2"/>
              <a:buChar char="n"/>
            </a:pPr>
            <a:r>
              <a:rPr lang="zh-CN" altLang="zh-CN" sz="2200" b="1" kern="1050" dirty="0">
                <a:effectLst/>
                <a:latin typeface="宋体" panose="02010600030101010101" pitchFamily="2" charset="-122"/>
                <a:ea typeface="宋体" panose="02010600030101010101" pitchFamily="2" charset="-122"/>
              </a:rPr>
              <a:t>（</a:t>
            </a:r>
            <a:r>
              <a:rPr lang="en-US" altLang="zh-CN" sz="2200" b="1" kern="1050" dirty="0">
                <a:latin typeface="宋体" panose="02010600030101010101" pitchFamily="2" charset="-122"/>
                <a:ea typeface="宋体" panose="02010600030101010101" pitchFamily="2" charset="-122"/>
              </a:rPr>
              <a:t>4</a:t>
            </a:r>
            <a:r>
              <a:rPr lang="zh-CN" altLang="zh-CN" sz="2200" b="1" kern="1050" dirty="0">
                <a:effectLst/>
                <a:latin typeface="宋体" panose="02010600030101010101" pitchFamily="2" charset="-122"/>
                <a:ea typeface="宋体" panose="02010600030101010101" pitchFamily="2" charset="-122"/>
              </a:rPr>
              <a:t>）关系数据库管理系统首先在系统缓冲区中查找记录，若找到满足条件的记录则转到（</a:t>
            </a:r>
            <a:r>
              <a:rPr lang="en-US" altLang="zh-CN" sz="2200" b="1" kern="1050" dirty="0">
                <a:effectLst/>
                <a:latin typeface="宋体" panose="02010600030101010101" pitchFamily="2" charset="-122"/>
                <a:ea typeface="宋体" panose="02010600030101010101" pitchFamily="2" charset="-122"/>
              </a:rPr>
              <a:t>9</a:t>
            </a:r>
            <a:r>
              <a:rPr lang="zh-CN" altLang="zh-CN" sz="2200" b="1" kern="1050" dirty="0">
                <a:effectLst/>
                <a:latin typeface="宋体" panose="02010600030101010101" pitchFamily="2" charset="-122"/>
                <a:ea typeface="宋体" panose="02010600030101010101" pitchFamily="2" charset="-122"/>
              </a:rPr>
              <a:t>），否则转到（</a:t>
            </a:r>
            <a:r>
              <a:rPr lang="en-US" altLang="zh-CN" sz="2200" b="1" kern="1050" dirty="0">
                <a:effectLst/>
                <a:latin typeface="宋体" panose="02010600030101010101" pitchFamily="2" charset="-122"/>
                <a:ea typeface="宋体" panose="02010600030101010101" pitchFamily="2" charset="-122"/>
              </a:rPr>
              <a:t>5</a:t>
            </a:r>
            <a:r>
              <a:rPr lang="zh-CN" altLang="zh-CN" sz="2200" b="1" kern="1050" dirty="0">
                <a:effectLst/>
                <a:latin typeface="宋体" panose="02010600030101010101" pitchFamily="2" charset="-122"/>
                <a:ea typeface="宋体" panose="02010600030101010101" pitchFamily="2" charset="-122"/>
              </a:rPr>
              <a:t>）</a:t>
            </a:r>
            <a:endParaRPr lang="en-US" altLang="zh-CN" sz="2200" b="1" kern="1050" dirty="0">
              <a:effectLst/>
              <a:latin typeface="宋体" panose="02010600030101010101" pitchFamily="2" charset="-122"/>
              <a:ea typeface="宋体" panose="02010600030101010101" pitchFamily="2" charset="-122"/>
            </a:endParaRPr>
          </a:p>
          <a:p>
            <a:pPr marL="685800" indent="-342900" algn="just">
              <a:lnSpc>
                <a:spcPct val="120000"/>
              </a:lnSpc>
              <a:buFont typeface="Wingdings" panose="05000000000000000000" pitchFamily="2" charset="2"/>
              <a:buChar char="n"/>
            </a:pPr>
            <a:r>
              <a:rPr lang="zh-CN" altLang="zh-CN" sz="2200" b="1" kern="1050" dirty="0">
                <a:effectLst/>
                <a:latin typeface="宋体" panose="02010600030101010101" pitchFamily="2" charset="-122"/>
                <a:ea typeface="宋体" panose="02010600030101010101" pitchFamily="2" charset="-122"/>
              </a:rPr>
              <a:t>（</a:t>
            </a:r>
            <a:r>
              <a:rPr lang="en-US" altLang="zh-CN" sz="2200" b="1" kern="1050" dirty="0">
                <a:effectLst/>
                <a:latin typeface="宋体" panose="02010600030101010101" pitchFamily="2" charset="-122"/>
                <a:ea typeface="宋体" panose="02010600030101010101" pitchFamily="2" charset="-122"/>
              </a:rPr>
              <a:t>5</a:t>
            </a:r>
            <a:r>
              <a:rPr lang="zh-CN" altLang="zh-CN" sz="2200" b="1" kern="1050" dirty="0">
                <a:effectLst/>
                <a:latin typeface="宋体" panose="02010600030101010101" pitchFamily="2" charset="-122"/>
                <a:ea typeface="宋体" panose="02010600030101010101" pitchFamily="2" charset="-122"/>
              </a:rPr>
              <a:t>）关系数据库管理系统</a:t>
            </a:r>
            <a:r>
              <a:rPr lang="zh-CN" altLang="en-US" sz="2200" b="1" kern="1050" dirty="0">
                <a:effectLst/>
                <a:latin typeface="宋体" panose="02010600030101010101" pitchFamily="2" charset="-122"/>
                <a:ea typeface="宋体" panose="02010600030101010101" pitchFamily="2" charset="-122"/>
              </a:rPr>
              <a:t>读取数据字典，</a:t>
            </a:r>
            <a:r>
              <a:rPr lang="zh-CN" altLang="zh-CN" sz="2200" b="1" kern="1050" dirty="0">
                <a:effectLst/>
                <a:latin typeface="宋体" panose="02010600030101010101" pitchFamily="2" charset="-122"/>
                <a:ea typeface="宋体" panose="02010600030101010101" pitchFamily="2" charset="-122"/>
              </a:rPr>
              <a:t>查看存储模式，决定从哪个文件、用什么方式读取哪个物理记录</a:t>
            </a:r>
            <a:endParaRPr lang="zh-CN" altLang="zh-CN" sz="2200" b="1" kern="1050" dirty="0">
              <a:effectLst/>
              <a:latin typeface="宋体" panose="02010600030101010101" pitchFamily="2" charset="-122"/>
              <a:ea typeface="宋体" panose="02010600030101010101" pitchFamily="2" charset="-122"/>
            </a:endParaRPr>
          </a:p>
          <a:p>
            <a:pPr indent="269875" algn="just"/>
            <a:endParaRPr lang="zh-CN" altLang="zh-CN" sz="1800" kern="1050" dirty="0">
              <a:effectLst/>
              <a:latin typeface="Times New Roman" panose="02020603050405020304" pitchFamily="18" charset="0"/>
              <a:ea typeface="宋体" panose="02010600030101010101" pitchFamily="2" charset="-122"/>
            </a:endParaRPr>
          </a:p>
          <a:p>
            <a:pPr eaLnBrk="1" hangingPunct="1">
              <a:lnSpc>
                <a:spcPct val="150000"/>
              </a:lnSpc>
              <a:spcBef>
                <a:spcPts val="0"/>
              </a:spcBef>
              <a:buFont typeface="Wingdings" panose="05000000000000000000" pitchFamily="2" charset="2"/>
              <a:buChar char="n"/>
            </a:pPr>
            <a:endParaRPr lang="zh-CN" altLang="en-US" sz="2000" dirty="0">
              <a:latin typeface="宋体" panose="02010600030101010101" pitchFamily="2" charset="-122"/>
            </a:endParaRPr>
          </a:p>
        </p:txBody>
      </p:sp>
      <p:sp>
        <p:nvSpPr>
          <p:cNvPr id="8" name="Rectangle 2"/>
          <p:cNvSpPr txBox="1">
            <a:spLocks noChangeArrowheads="1"/>
          </p:cNvSpPr>
          <p:nvPr/>
        </p:nvSpPr>
        <p:spPr bwMode="auto">
          <a:xfrm>
            <a:off x="1524001" y="20108"/>
            <a:ext cx="9828584"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Arial" panose="020B0604020202020204" pitchFamily="34" charset="0"/>
                <a:ea typeface="宋体" panose="02010600030101010101" pitchFamily="2" charset="-122"/>
              </a:rPr>
              <a:t>关系数据库管理系统的运行过程示例（续）</a:t>
            </a:r>
            <a:endParaRPr lang="zh-CN" altLang="en-US" sz="3600" dirty="0">
              <a:latin typeface="Arial" panose="020B0604020202020204" pitchFamily="34" charset="0"/>
              <a:ea typeface="宋体" panose="02010600030101010101" pitchFamily="2" charset="-122"/>
            </a:endParaRPr>
          </a:p>
        </p:txBody>
      </p:sp>
    </p:spTree>
  </p:cSld>
  <p:clrMapOvr>
    <a:masterClrMapping/>
  </p:clrMapOvr>
  <p:transition spd="slow">
    <p:wipe dir="d"/>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4" name="Rectangle 3"/>
          <p:cNvSpPr>
            <a:spLocks noGrp="1" noChangeArrowheads="1"/>
          </p:cNvSpPr>
          <p:nvPr>
            <p:ph type="body" sz="half" idx="1"/>
          </p:nvPr>
        </p:nvSpPr>
        <p:spPr>
          <a:xfrm>
            <a:off x="1199456" y="1268760"/>
            <a:ext cx="10441160" cy="4824536"/>
          </a:xfrm>
        </p:spPr>
        <p:txBody>
          <a:bodyPr/>
          <a:lstStyle/>
          <a:p>
            <a:pPr marL="685800" indent="-342900" algn="just">
              <a:lnSpc>
                <a:spcPct val="120000"/>
              </a:lnSpc>
              <a:buFont typeface="Wingdings" panose="05000000000000000000" pitchFamily="2" charset="2"/>
              <a:buChar char="n"/>
            </a:pPr>
            <a:r>
              <a:rPr lang="zh-CN" altLang="zh-CN" sz="2200" b="1" kern="1050" dirty="0">
                <a:latin typeface="宋体" panose="02010600030101010101" pitchFamily="2" charset="-122"/>
                <a:ea typeface="宋体" panose="02010600030101010101" pitchFamily="2" charset="-122"/>
              </a:rPr>
              <a:t>（</a:t>
            </a:r>
            <a:r>
              <a:rPr lang="en-US" altLang="zh-CN" sz="2200" b="1" kern="1050" dirty="0">
                <a:latin typeface="宋体" panose="02010600030101010101" pitchFamily="2" charset="-122"/>
                <a:ea typeface="宋体" panose="02010600030101010101" pitchFamily="2" charset="-122"/>
              </a:rPr>
              <a:t>6</a:t>
            </a:r>
            <a:r>
              <a:rPr lang="zh-CN" altLang="zh-CN" sz="2200" b="1" kern="1050" dirty="0">
                <a:latin typeface="宋体" panose="02010600030101010101" pitchFamily="2" charset="-122"/>
                <a:ea typeface="宋体" panose="02010600030101010101" pitchFamily="2" charset="-122"/>
              </a:rPr>
              <a:t>）关系数据库管理系统根据（</a:t>
            </a:r>
            <a:r>
              <a:rPr lang="en-US" altLang="zh-CN" sz="2200" b="1" kern="1050" dirty="0">
                <a:latin typeface="宋体" panose="02010600030101010101" pitchFamily="2" charset="-122"/>
                <a:ea typeface="宋体" panose="02010600030101010101" pitchFamily="2" charset="-122"/>
              </a:rPr>
              <a:t>5</a:t>
            </a:r>
            <a:r>
              <a:rPr lang="zh-CN" altLang="zh-CN" sz="2200" b="1" kern="1050" dirty="0">
                <a:latin typeface="宋体" panose="02010600030101010101" pitchFamily="2" charset="-122"/>
                <a:ea typeface="宋体" panose="02010600030101010101" pitchFamily="2" charset="-122"/>
              </a:rPr>
              <a:t>）的结果，向操作系统发出读取记录的命令</a:t>
            </a:r>
            <a:endParaRPr lang="zh-CN" altLang="zh-CN" sz="2200" b="1" kern="1050" dirty="0">
              <a:latin typeface="宋体" panose="02010600030101010101" pitchFamily="2" charset="-122"/>
              <a:ea typeface="宋体" panose="02010600030101010101" pitchFamily="2" charset="-122"/>
            </a:endParaRPr>
          </a:p>
          <a:p>
            <a:pPr marL="685800" indent="-342900" algn="just">
              <a:lnSpc>
                <a:spcPct val="120000"/>
              </a:lnSpc>
              <a:buFont typeface="Wingdings" panose="05000000000000000000" pitchFamily="2" charset="2"/>
              <a:buChar char="n"/>
            </a:pPr>
            <a:r>
              <a:rPr lang="zh-CN" altLang="zh-CN" sz="2200" b="1" kern="1050" dirty="0">
                <a:latin typeface="宋体" panose="02010600030101010101" pitchFamily="2" charset="-122"/>
                <a:ea typeface="宋体" panose="02010600030101010101" pitchFamily="2" charset="-122"/>
              </a:rPr>
              <a:t>（</a:t>
            </a:r>
            <a:r>
              <a:rPr lang="en-US" altLang="zh-CN" sz="2200" b="1" kern="1050" dirty="0">
                <a:latin typeface="宋体" panose="02010600030101010101" pitchFamily="2" charset="-122"/>
                <a:ea typeface="宋体" panose="02010600030101010101" pitchFamily="2" charset="-122"/>
              </a:rPr>
              <a:t>7</a:t>
            </a:r>
            <a:r>
              <a:rPr lang="zh-CN" altLang="zh-CN" sz="2200" b="1" kern="1050" dirty="0">
                <a:latin typeface="宋体" panose="02010600030101010101" pitchFamily="2" charset="-122"/>
                <a:ea typeface="宋体" panose="02010600030101010101" pitchFamily="2" charset="-122"/>
              </a:rPr>
              <a:t>）操作系统执行读数据的有关操作</a:t>
            </a:r>
            <a:endParaRPr lang="zh-CN" altLang="zh-CN" sz="2200" b="1" kern="1050" dirty="0">
              <a:latin typeface="宋体" panose="02010600030101010101" pitchFamily="2" charset="-122"/>
              <a:ea typeface="宋体" panose="02010600030101010101" pitchFamily="2" charset="-122"/>
            </a:endParaRPr>
          </a:p>
          <a:p>
            <a:pPr marL="685800" indent="-342900" algn="just">
              <a:lnSpc>
                <a:spcPct val="120000"/>
              </a:lnSpc>
              <a:buFont typeface="Wingdings" panose="05000000000000000000" pitchFamily="2" charset="2"/>
              <a:buChar char="n"/>
            </a:pPr>
            <a:r>
              <a:rPr lang="zh-CN" altLang="zh-CN" sz="2200" b="1" kern="1050" dirty="0">
                <a:latin typeface="宋体" panose="02010600030101010101" pitchFamily="2" charset="-122"/>
                <a:ea typeface="宋体" panose="02010600030101010101" pitchFamily="2" charset="-122"/>
              </a:rPr>
              <a:t>（</a:t>
            </a:r>
            <a:r>
              <a:rPr lang="en-US" altLang="zh-CN" sz="2200" b="1" kern="1050" dirty="0">
                <a:latin typeface="宋体" panose="02010600030101010101" pitchFamily="2" charset="-122"/>
                <a:ea typeface="宋体" panose="02010600030101010101" pitchFamily="2" charset="-122"/>
              </a:rPr>
              <a:t>8</a:t>
            </a:r>
            <a:r>
              <a:rPr lang="zh-CN" altLang="zh-CN" sz="2200" b="1" kern="1050" dirty="0">
                <a:latin typeface="宋体" panose="02010600030101010101" pitchFamily="2" charset="-122"/>
                <a:ea typeface="宋体" panose="02010600030101010101" pitchFamily="2" charset="-122"/>
              </a:rPr>
              <a:t>）操作系统将数据从数据库的存储区送至系统缓冲区</a:t>
            </a:r>
            <a:endParaRPr lang="zh-CN" altLang="zh-CN" sz="2200" b="1" kern="1050" dirty="0">
              <a:latin typeface="宋体" panose="02010600030101010101" pitchFamily="2" charset="-122"/>
              <a:ea typeface="宋体" panose="02010600030101010101" pitchFamily="2" charset="-122"/>
            </a:endParaRPr>
          </a:p>
          <a:p>
            <a:pPr marL="685800" indent="-342900" algn="just">
              <a:lnSpc>
                <a:spcPct val="120000"/>
              </a:lnSpc>
              <a:buFont typeface="Wingdings" panose="05000000000000000000" pitchFamily="2" charset="2"/>
              <a:buChar char="n"/>
            </a:pPr>
            <a:r>
              <a:rPr lang="zh-CN" altLang="zh-CN" sz="2200" b="1" kern="1050" dirty="0">
                <a:latin typeface="宋体" panose="02010600030101010101" pitchFamily="2" charset="-122"/>
                <a:ea typeface="宋体" panose="02010600030101010101" pitchFamily="2" charset="-122"/>
              </a:rPr>
              <a:t>（</a:t>
            </a:r>
            <a:r>
              <a:rPr lang="en-US" altLang="zh-CN" sz="2200" b="1" kern="1050" dirty="0">
                <a:latin typeface="宋体" panose="02010600030101010101" pitchFamily="2" charset="-122"/>
                <a:ea typeface="宋体" panose="02010600030101010101" pitchFamily="2" charset="-122"/>
              </a:rPr>
              <a:t>9</a:t>
            </a:r>
            <a:r>
              <a:rPr lang="zh-CN" altLang="zh-CN" sz="2200" b="1" kern="1050" dirty="0">
                <a:latin typeface="宋体" panose="02010600030101010101" pitchFamily="2" charset="-122"/>
                <a:ea typeface="宋体" panose="02010600030101010101" pitchFamily="2" charset="-122"/>
              </a:rPr>
              <a:t>）关系数据库管理系统根据查询命令和数据字典的内容导出用户所要读取的记录格式</a:t>
            </a:r>
            <a:endParaRPr lang="zh-CN" altLang="zh-CN" sz="2200" b="1" kern="1050" dirty="0">
              <a:latin typeface="宋体" panose="02010600030101010101" pitchFamily="2" charset="-122"/>
              <a:ea typeface="宋体" panose="02010600030101010101" pitchFamily="2" charset="-122"/>
            </a:endParaRPr>
          </a:p>
          <a:p>
            <a:pPr marL="685800" indent="-342900" algn="just">
              <a:lnSpc>
                <a:spcPct val="120000"/>
              </a:lnSpc>
              <a:buFont typeface="Wingdings" panose="05000000000000000000" pitchFamily="2" charset="2"/>
              <a:buChar char="n"/>
            </a:pPr>
            <a:r>
              <a:rPr lang="zh-CN" altLang="zh-CN" sz="2200" b="1" kern="1050" dirty="0">
                <a:latin typeface="宋体" panose="02010600030101010101" pitchFamily="2" charset="-122"/>
                <a:ea typeface="宋体" panose="02010600030101010101" pitchFamily="2" charset="-122"/>
              </a:rPr>
              <a:t>（</a:t>
            </a:r>
            <a:r>
              <a:rPr lang="en-US" altLang="zh-CN" sz="2200" b="1" kern="1050" dirty="0">
                <a:latin typeface="宋体" panose="02010600030101010101" pitchFamily="2" charset="-122"/>
                <a:ea typeface="宋体" panose="02010600030101010101" pitchFamily="2" charset="-122"/>
              </a:rPr>
              <a:t>10</a:t>
            </a:r>
            <a:r>
              <a:rPr lang="zh-CN" altLang="zh-CN" sz="2200" b="1" kern="1050" dirty="0">
                <a:latin typeface="宋体" panose="02010600030101010101" pitchFamily="2" charset="-122"/>
                <a:ea typeface="宋体" panose="02010600030101010101" pitchFamily="2" charset="-122"/>
              </a:rPr>
              <a:t>）关系数据库管理系统将数据记录从系统缓冲区传送到应用程序</a:t>
            </a:r>
            <a:r>
              <a:rPr lang="en-US" altLang="zh-CN" sz="2200" b="1" kern="1050" dirty="0">
                <a:latin typeface="Arial" panose="020B0604020202020204" pitchFamily="34" charset="0"/>
                <a:ea typeface="宋体" panose="02010600030101010101" pitchFamily="2" charset="-122"/>
                <a:cs typeface="Arial" panose="020B0604020202020204" pitchFamily="34" charset="0"/>
              </a:rPr>
              <a:t>A</a:t>
            </a:r>
            <a:r>
              <a:rPr lang="zh-CN" altLang="zh-CN" sz="2200" b="1" kern="1050" dirty="0">
                <a:latin typeface="宋体" panose="02010600030101010101" pitchFamily="2" charset="-122"/>
                <a:ea typeface="宋体" panose="02010600030101010101" pitchFamily="2" charset="-122"/>
              </a:rPr>
              <a:t>的用户工作区</a:t>
            </a:r>
            <a:endParaRPr lang="en-US" altLang="zh-CN" sz="2200" b="1" kern="1050" dirty="0">
              <a:latin typeface="宋体" panose="02010600030101010101" pitchFamily="2" charset="-122"/>
              <a:ea typeface="宋体" panose="02010600030101010101" pitchFamily="2" charset="-122"/>
            </a:endParaRPr>
          </a:p>
          <a:p>
            <a:pPr marL="685800" indent="-342900" algn="just">
              <a:lnSpc>
                <a:spcPct val="120000"/>
              </a:lnSpc>
              <a:buFont typeface="Wingdings" panose="05000000000000000000" pitchFamily="2" charset="2"/>
              <a:buChar char="n"/>
            </a:pPr>
            <a:r>
              <a:rPr lang="zh-CN" altLang="zh-CN" sz="2200" b="1" kern="1050" dirty="0">
                <a:latin typeface="宋体" panose="02010600030101010101" pitchFamily="2" charset="-122"/>
                <a:ea typeface="宋体" panose="02010600030101010101" pitchFamily="2" charset="-122"/>
              </a:rPr>
              <a:t>（</a:t>
            </a:r>
            <a:r>
              <a:rPr lang="en-US" altLang="zh-CN" sz="2200" b="1" kern="1050" dirty="0">
                <a:latin typeface="宋体" panose="02010600030101010101" pitchFamily="2" charset="-122"/>
                <a:ea typeface="宋体" panose="02010600030101010101" pitchFamily="2" charset="-122"/>
              </a:rPr>
              <a:t>11</a:t>
            </a:r>
            <a:r>
              <a:rPr lang="zh-CN" altLang="zh-CN" sz="2200" b="1" kern="1050" dirty="0">
                <a:latin typeface="宋体" panose="02010600030101010101" pitchFamily="2" charset="-122"/>
                <a:ea typeface="宋体" panose="02010600030101010101" pitchFamily="2" charset="-122"/>
              </a:rPr>
              <a:t>）关系数据库管理系统将执行状态信息，如成功读取或不成功的错误指示、例外状态信息等返回给应用程序</a:t>
            </a:r>
            <a:r>
              <a:rPr lang="en-US" altLang="zh-CN" sz="2200" b="1" kern="1050" dirty="0">
                <a:latin typeface="Arial" panose="020B0604020202020204" pitchFamily="34" charset="0"/>
                <a:ea typeface="宋体" panose="02010600030101010101" pitchFamily="2" charset="-122"/>
                <a:cs typeface="Arial" panose="020B0604020202020204" pitchFamily="34" charset="0"/>
              </a:rPr>
              <a:t>A</a:t>
            </a:r>
            <a:endParaRPr lang="zh-CN" altLang="zh-CN" sz="2200" b="1" kern="1050" dirty="0">
              <a:latin typeface="Arial" panose="020B0604020202020204" pitchFamily="34" charset="0"/>
              <a:ea typeface="宋体" panose="02010600030101010101" pitchFamily="2" charset="-122"/>
              <a:cs typeface="Arial" panose="020B0604020202020204" pitchFamily="34" charset="0"/>
            </a:endParaRPr>
          </a:p>
          <a:p>
            <a:pPr eaLnBrk="1" hangingPunct="1">
              <a:lnSpc>
                <a:spcPct val="150000"/>
              </a:lnSpc>
              <a:spcBef>
                <a:spcPts val="0"/>
              </a:spcBef>
              <a:buFont typeface="Wingdings" panose="05000000000000000000" pitchFamily="2" charset="2"/>
              <a:buChar char="n"/>
            </a:pPr>
            <a:endParaRPr lang="zh-CN" altLang="en-US" sz="2000" dirty="0">
              <a:latin typeface="宋体" panose="02010600030101010101" pitchFamily="2" charset="-122"/>
            </a:endParaRPr>
          </a:p>
        </p:txBody>
      </p:sp>
      <p:sp>
        <p:nvSpPr>
          <p:cNvPr id="8" name="Rectangle 2"/>
          <p:cNvSpPr txBox="1">
            <a:spLocks noChangeArrowheads="1"/>
          </p:cNvSpPr>
          <p:nvPr/>
        </p:nvSpPr>
        <p:spPr bwMode="auto">
          <a:xfrm>
            <a:off x="1524001" y="20108"/>
            <a:ext cx="9828584"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Arial" panose="020B0604020202020204" pitchFamily="34" charset="0"/>
                <a:ea typeface="宋体" panose="02010600030101010101" pitchFamily="2" charset="-122"/>
              </a:rPr>
              <a:t>关系数据库管理系统的运行过程示例（续）</a:t>
            </a:r>
            <a:endParaRPr lang="zh-CN" altLang="en-US" sz="3600" dirty="0">
              <a:latin typeface="Arial" panose="020B0604020202020204" pitchFamily="34" charset="0"/>
              <a:ea typeface="宋体" panose="02010600030101010101" pitchFamily="2" charset="-122"/>
            </a:endParaRPr>
          </a:p>
        </p:txBody>
      </p:sp>
    </p:spTree>
  </p:cSld>
  <p:clrMapOvr>
    <a:masterClrMapping/>
  </p:clrMapOvr>
  <p:transition spd="slow">
    <p:wipe dir="d"/>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4" name="Rectangle 3"/>
          <p:cNvSpPr>
            <a:spLocks noGrp="1" noChangeArrowheads="1"/>
          </p:cNvSpPr>
          <p:nvPr>
            <p:ph type="body" sz="half" idx="1"/>
          </p:nvPr>
        </p:nvSpPr>
        <p:spPr>
          <a:xfrm>
            <a:off x="263352" y="1268760"/>
            <a:ext cx="10260631" cy="4824536"/>
          </a:xfrm>
        </p:spPr>
        <p:txBody>
          <a:bodyPr/>
          <a:lstStyle/>
          <a:p>
            <a:pPr marL="685800" indent="-342900" algn="just">
              <a:buFont typeface="Wingdings" panose="05000000000000000000" pitchFamily="2" charset="2"/>
              <a:buChar char="n"/>
            </a:pPr>
            <a:r>
              <a:rPr lang="zh-CN" altLang="zh-CN" sz="2400" b="1" kern="1050" dirty="0">
                <a:effectLst/>
                <a:latin typeface="宋体" panose="02010600030101010101" pitchFamily="2" charset="-122"/>
                <a:ea typeface="宋体" panose="02010600030101010101" pitchFamily="2" charset="-122"/>
              </a:rPr>
              <a:t>动作（</a:t>
            </a:r>
            <a:r>
              <a:rPr lang="en-US" altLang="zh-CN" sz="2400" b="1" kern="1050" dirty="0">
                <a:effectLst/>
                <a:latin typeface="宋体" panose="02010600030101010101" pitchFamily="2" charset="-122"/>
                <a:ea typeface="宋体" panose="02010600030101010101" pitchFamily="2" charset="-122"/>
              </a:rPr>
              <a:t>1</a:t>
            </a:r>
            <a:r>
              <a:rPr lang="zh-CN" altLang="zh-CN" sz="2400" b="1" kern="1050" dirty="0">
                <a:effectLst/>
                <a:latin typeface="宋体" panose="02010600030101010101" pitchFamily="2" charset="-122"/>
                <a:ea typeface="宋体" panose="02010600030101010101" pitchFamily="2" charset="-122"/>
              </a:rPr>
              <a:t>）属于第一层</a:t>
            </a:r>
            <a:r>
              <a:rPr lang="en-US" altLang="zh-CN" sz="2400" b="1" kern="1050" dirty="0">
                <a:effectLst/>
                <a:latin typeface="宋体" panose="02010600030101010101" pitchFamily="2" charset="-122"/>
                <a:ea typeface="宋体" panose="02010600030101010101" pitchFamily="2" charset="-122"/>
              </a:rPr>
              <a:t>----</a:t>
            </a:r>
            <a:r>
              <a:rPr lang="zh-CN" altLang="zh-CN" sz="2400" b="1" kern="1050" dirty="0">
                <a:effectLst/>
                <a:latin typeface="宋体" panose="02010600030101010101" pitchFamily="2" charset="-122"/>
                <a:ea typeface="宋体" panose="02010600030101010101" pitchFamily="2" charset="-122"/>
              </a:rPr>
              <a:t>应用层。</a:t>
            </a:r>
            <a:endParaRPr lang="zh-CN" altLang="zh-CN" sz="2400" b="1" kern="1050" dirty="0">
              <a:effectLst/>
              <a:latin typeface="宋体" panose="02010600030101010101" pitchFamily="2" charset="-122"/>
              <a:ea typeface="宋体" panose="02010600030101010101" pitchFamily="2" charset="-122"/>
            </a:endParaRPr>
          </a:p>
          <a:p>
            <a:pPr marL="685800" indent="-342900" algn="just">
              <a:buFont typeface="Wingdings" panose="05000000000000000000" pitchFamily="2" charset="2"/>
              <a:buChar char="n"/>
            </a:pPr>
            <a:r>
              <a:rPr lang="zh-CN" altLang="zh-CN" sz="2400" b="1" kern="1050" dirty="0">
                <a:effectLst/>
                <a:latin typeface="宋体" panose="02010600030101010101" pitchFamily="2" charset="-122"/>
                <a:ea typeface="宋体" panose="02010600030101010101" pitchFamily="2" charset="-122"/>
              </a:rPr>
              <a:t>动作（</a:t>
            </a:r>
            <a:r>
              <a:rPr lang="en-US" altLang="zh-CN" sz="2400" b="1" kern="1050" dirty="0">
                <a:effectLst/>
                <a:latin typeface="宋体" panose="02010600030101010101" pitchFamily="2" charset="-122"/>
                <a:ea typeface="宋体" panose="02010600030101010101" pitchFamily="2" charset="-122"/>
              </a:rPr>
              <a:t>2</a:t>
            </a:r>
            <a:r>
              <a:rPr lang="zh-CN" altLang="zh-CN" sz="2400" b="1" kern="1050" dirty="0">
                <a:effectLst/>
                <a:latin typeface="宋体" panose="02010600030101010101" pitchFamily="2" charset="-122"/>
                <a:ea typeface="宋体" panose="02010600030101010101" pitchFamily="2" charset="-122"/>
              </a:rPr>
              <a:t>）、（</a:t>
            </a:r>
            <a:r>
              <a:rPr lang="en-US" altLang="zh-CN" sz="2400" b="1" kern="1050" dirty="0">
                <a:effectLst/>
                <a:latin typeface="宋体" panose="02010600030101010101" pitchFamily="2" charset="-122"/>
                <a:ea typeface="宋体" panose="02010600030101010101" pitchFamily="2" charset="-122"/>
              </a:rPr>
              <a:t>3</a:t>
            </a:r>
            <a:r>
              <a:rPr lang="zh-CN" altLang="zh-CN" sz="2400" b="1" kern="1050" dirty="0">
                <a:effectLst/>
                <a:latin typeface="宋体" panose="02010600030101010101" pitchFamily="2" charset="-122"/>
                <a:ea typeface="宋体" panose="02010600030101010101" pitchFamily="2" charset="-122"/>
              </a:rPr>
              <a:t>）由第二层</a:t>
            </a:r>
            <a:r>
              <a:rPr lang="en-US" altLang="zh-CN" sz="2400" b="1" kern="1050" dirty="0">
                <a:effectLst/>
                <a:latin typeface="宋体" panose="02010600030101010101" pitchFamily="2" charset="-122"/>
                <a:ea typeface="宋体" panose="02010600030101010101" pitchFamily="2" charset="-122"/>
              </a:rPr>
              <a:t>----</a:t>
            </a:r>
            <a:r>
              <a:rPr lang="zh-CN" altLang="zh-CN" sz="2400" b="1" kern="1050" dirty="0">
                <a:effectLst/>
                <a:latin typeface="宋体" panose="02010600030101010101" pitchFamily="2" charset="-122"/>
                <a:ea typeface="宋体" panose="02010600030101010101" pitchFamily="2" charset="-122"/>
              </a:rPr>
              <a:t>语言处理层来完成。</a:t>
            </a:r>
            <a:endParaRPr lang="zh-CN" altLang="zh-CN" sz="2400" b="1" kern="1050" dirty="0">
              <a:effectLst/>
              <a:latin typeface="宋体" panose="02010600030101010101" pitchFamily="2" charset="-122"/>
              <a:ea typeface="宋体" panose="02010600030101010101" pitchFamily="2" charset="-122"/>
            </a:endParaRPr>
          </a:p>
          <a:p>
            <a:pPr marL="685800" indent="-342900" algn="just">
              <a:buFont typeface="Wingdings" panose="05000000000000000000" pitchFamily="2" charset="2"/>
              <a:buChar char="n"/>
            </a:pPr>
            <a:r>
              <a:rPr lang="zh-CN" altLang="zh-CN" sz="2400" b="1" kern="1050" dirty="0">
                <a:effectLst/>
                <a:latin typeface="宋体" panose="02010600030101010101" pitchFamily="2" charset="-122"/>
                <a:ea typeface="宋体" panose="02010600030101010101" pitchFamily="2" charset="-122"/>
              </a:rPr>
              <a:t>动作（</a:t>
            </a:r>
            <a:r>
              <a:rPr lang="en-US" altLang="zh-CN" sz="2400" b="1" kern="1050" dirty="0">
                <a:effectLst/>
                <a:latin typeface="宋体" panose="02010600030101010101" pitchFamily="2" charset="-122"/>
                <a:ea typeface="宋体" panose="02010600030101010101" pitchFamily="2" charset="-122"/>
              </a:rPr>
              <a:t>9</a:t>
            </a:r>
            <a:r>
              <a:rPr lang="zh-CN" altLang="zh-CN" sz="2400" b="1" kern="1050" dirty="0">
                <a:effectLst/>
                <a:latin typeface="宋体" panose="02010600030101010101" pitchFamily="2" charset="-122"/>
                <a:ea typeface="宋体" panose="02010600030101010101" pitchFamily="2" charset="-122"/>
              </a:rPr>
              <a:t>）、（</a:t>
            </a:r>
            <a:r>
              <a:rPr lang="en-US" altLang="zh-CN" sz="2400" b="1" kern="1050" dirty="0">
                <a:effectLst/>
                <a:latin typeface="宋体" panose="02010600030101010101" pitchFamily="2" charset="-122"/>
                <a:ea typeface="宋体" panose="02010600030101010101" pitchFamily="2" charset="-122"/>
              </a:rPr>
              <a:t>10</a:t>
            </a:r>
            <a:r>
              <a:rPr lang="zh-CN" altLang="zh-CN" sz="2400" b="1" kern="1050" dirty="0">
                <a:effectLst/>
                <a:latin typeface="宋体" panose="02010600030101010101" pitchFamily="2" charset="-122"/>
                <a:ea typeface="宋体" panose="02010600030101010101" pitchFamily="2" charset="-122"/>
              </a:rPr>
              <a:t>）、（</a:t>
            </a:r>
            <a:r>
              <a:rPr lang="en-US" altLang="zh-CN" sz="2400" b="1" kern="1050" dirty="0">
                <a:effectLst/>
                <a:latin typeface="宋体" panose="02010600030101010101" pitchFamily="2" charset="-122"/>
                <a:ea typeface="宋体" panose="02010600030101010101" pitchFamily="2" charset="-122"/>
              </a:rPr>
              <a:t>11</a:t>
            </a:r>
            <a:r>
              <a:rPr lang="zh-CN" altLang="zh-CN" sz="2400" b="1" kern="1050" dirty="0">
                <a:effectLst/>
                <a:latin typeface="宋体" panose="02010600030101010101" pitchFamily="2" charset="-122"/>
                <a:ea typeface="宋体" panose="02010600030101010101" pitchFamily="2" charset="-122"/>
              </a:rPr>
              <a:t>）由第三层</a:t>
            </a:r>
            <a:r>
              <a:rPr lang="en-US" altLang="zh-CN" sz="2400" b="1" kern="1050" dirty="0">
                <a:effectLst/>
                <a:latin typeface="宋体" panose="02010600030101010101" pitchFamily="2" charset="-122"/>
                <a:ea typeface="宋体" panose="02010600030101010101" pitchFamily="2" charset="-122"/>
              </a:rPr>
              <a:t>----</a:t>
            </a:r>
            <a:r>
              <a:rPr lang="zh-CN" altLang="zh-CN" sz="2400" b="1" kern="1050" dirty="0">
                <a:effectLst/>
                <a:latin typeface="宋体" panose="02010600030101010101" pitchFamily="2" charset="-122"/>
                <a:ea typeface="宋体" panose="02010600030101010101" pitchFamily="2" charset="-122"/>
              </a:rPr>
              <a:t>数据存取层来完成。</a:t>
            </a:r>
            <a:endParaRPr lang="zh-CN" altLang="zh-CN" sz="2400" b="1" kern="1050" dirty="0">
              <a:effectLst/>
              <a:latin typeface="宋体" panose="02010600030101010101" pitchFamily="2" charset="-122"/>
              <a:ea typeface="宋体" panose="02010600030101010101" pitchFamily="2" charset="-122"/>
            </a:endParaRPr>
          </a:p>
          <a:p>
            <a:pPr marL="685800" indent="-342900" algn="just">
              <a:buFont typeface="Wingdings" panose="05000000000000000000" pitchFamily="2" charset="2"/>
              <a:buChar char="n"/>
            </a:pPr>
            <a:r>
              <a:rPr lang="zh-CN" altLang="zh-CN" sz="2400" b="1" kern="1050" dirty="0">
                <a:effectLst/>
                <a:latin typeface="宋体" panose="02010600030101010101" pitchFamily="2" charset="-122"/>
                <a:ea typeface="宋体" panose="02010600030101010101" pitchFamily="2" charset="-122"/>
              </a:rPr>
              <a:t>动作（</a:t>
            </a:r>
            <a:r>
              <a:rPr lang="en-US" altLang="zh-CN" sz="2400" b="1" kern="1050" dirty="0">
                <a:effectLst/>
                <a:latin typeface="宋体" panose="02010600030101010101" pitchFamily="2" charset="-122"/>
                <a:ea typeface="宋体" panose="02010600030101010101" pitchFamily="2" charset="-122"/>
              </a:rPr>
              <a:t>4</a:t>
            </a:r>
            <a:r>
              <a:rPr lang="zh-CN" altLang="zh-CN" sz="2400" b="1" kern="1050" dirty="0">
                <a:effectLst/>
                <a:latin typeface="宋体" panose="02010600030101010101" pitchFamily="2" charset="-122"/>
                <a:ea typeface="宋体" panose="02010600030101010101" pitchFamily="2" charset="-122"/>
              </a:rPr>
              <a:t>）、（</a:t>
            </a:r>
            <a:r>
              <a:rPr lang="en-US" altLang="zh-CN" sz="2400" b="1" kern="1050" dirty="0">
                <a:effectLst/>
                <a:latin typeface="宋体" panose="02010600030101010101" pitchFamily="2" charset="-122"/>
                <a:ea typeface="宋体" panose="02010600030101010101" pitchFamily="2" charset="-122"/>
              </a:rPr>
              <a:t>5</a:t>
            </a:r>
            <a:r>
              <a:rPr lang="zh-CN" altLang="zh-CN" sz="2400" b="1" kern="1050" dirty="0">
                <a:effectLst/>
                <a:latin typeface="宋体" panose="02010600030101010101" pitchFamily="2" charset="-122"/>
                <a:ea typeface="宋体" panose="02010600030101010101" pitchFamily="2" charset="-122"/>
              </a:rPr>
              <a:t>）、（</a:t>
            </a:r>
            <a:r>
              <a:rPr lang="en-US" altLang="zh-CN" sz="2400" b="1" kern="1050" dirty="0">
                <a:effectLst/>
                <a:latin typeface="宋体" panose="02010600030101010101" pitchFamily="2" charset="-122"/>
                <a:ea typeface="宋体" panose="02010600030101010101" pitchFamily="2" charset="-122"/>
              </a:rPr>
              <a:t>6</a:t>
            </a:r>
            <a:r>
              <a:rPr lang="zh-CN" altLang="zh-CN" sz="2400" b="1" kern="1050" dirty="0">
                <a:effectLst/>
                <a:latin typeface="宋体" panose="02010600030101010101" pitchFamily="2" charset="-122"/>
                <a:ea typeface="宋体" panose="02010600030101010101" pitchFamily="2" charset="-122"/>
              </a:rPr>
              <a:t>）由第四层</a:t>
            </a:r>
            <a:r>
              <a:rPr lang="en-US" altLang="zh-CN" sz="2400" b="1" kern="1050" dirty="0">
                <a:effectLst/>
                <a:latin typeface="宋体" panose="02010600030101010101" pitchFamily="2" charset="-122"/>
                <a:ea typeface="宋体" panose="02010600030101010101" pitchFamily="2" charset="-122"/>
              </a:rPr>
              <a:t>----</a:t>
            </a:r>
            <a:r>
              <a:rPr lang="zh-CN" altLang="zh-CN" sz="2400" b="1" kern="1050" dirty="0">
                <a:effectLst/>
                <a:latin typeface="宋体" panose="02010600030101010101" pitchFamily="2" charset="-122"/>
                <a:ea typeface="宋体" panose="02010600030101010101" pitchFamily="2" charset="-122"/>
              </a:rPr>
              <a:t>数据存储层来进行</a:t>
            </a:r>
            <a:endParaRPr lang="zh-CN" altLang="zh-CN" sz="2400" b="1" kern="1050" dirty="0">
              <a:effectLst/>
              <a:latin typeface="宋体" panose="02010600030101010101" pitchFamily="2" charset="-122"/>
              <a:ea typeface="宋体" panose="02010600030101010101" pitchFamily="2" charset="-122"/>
            </a:endParaRPr>
          </a:p>
          <a:p>
            <a:pPr marL="685800" indent="-342900" algn="just">
              <a:buFont typeface="Wingdings" panose="05000000000000000000" pitchFamily="2" charset="2"/>
              <a:buChar char="n"/>
            </a:pPr>
            <a:r>
              <a:rPr lang="zh-CN" altLang="zh-CN" sz="2400" b="1" kern="1050" dirty="0">
                <a:effectLst/>
                <a:latin typeface="宋体" panose="02010600030101010101" pitchFamily="2" charset="-122"/>
                <a:ea typeface="宋体" panose="02010600030101010101" pitchFamily="2" charset="-122"/>
              </a:rPr>
              <a:t>动作（</a:t>
            </a:r>
            <a:r>
              <a:rPr lang="en-US" altLang="zh-CN" sz="2400" b="1" kern="1050" dirty="0">
                <a:effectLst/>
                <a:latin typeface="宋体" panose="02010600030101010101" pitchFamily="2" charset="-122"/>
                <a:ea typeface="宋体" panose="02010600030101010101" pitchFamily="2" charset="-122"/>
              </a:rPr>
              <a:t>7</a:t>
            </a:r>
            <a:r>
              <a:rPr lang="zh-CN" altLang="zh-CN" sz="2400" b="1" kern="1050" dirty="0">
                <a:effectLst/>
                <a:latin typeface="宋体" panose="02010600030101010101" pitchFamily="2" charset="-122"/>
                <a:ea typeface="宋体" panose="02010600030101010101" pitchFamily="2" charset="-122"/>
              </a:rPr>
              <a:t>）、（</a:t>
            </a:r>
            <a:r>
              <a:rPr lang="en-US" altLang="zh-CN" sz="2400" b="1" kern="1050" dirty="0">
                <a:latin typeface="宋体" panose="02010600030101010101" pitchFamily="2" charset="-122"/>
                <a:ea typeface="宋体" panose="02010600030101010101" pitchFamily="2" charset="-122"/>
              </a:rPr>
              <a:t>8</a:t>
            </a:r>
            <a:r>
              <a:rPr lang="zh-CN" altLang="zh-CN" sz="2400" b="1" kern="1050" dirty="0">
                <a:effectLst/>
                <a:latin typeface="宋体" panose="02010600030101010101" pitchFamily="2" charset="-122"/>
                <a:ea typeface="宋体" panose="02010600030101010101" pitchFamily="2" charset="-122"/>
              </a:rPr>
              <a:t>）由操作系统执行</a:t>
            </a:r>
            <a:endParaRPr lang="zh-CN" altLang="zh-CN" sz="2400" b="1" kern="1050" dirty="0">
              <a:effectLst/>
              <a:latin typeface="宋体" panose="02010600030101010101" pitchFamily="2" charset="-122"/>
              <a:ea typeface="宋体" panose="02010600030101010101" pitchFamily="2" charset="-122"/>
            </a:endParaRPr>
          </a:p>
          <a:p>
            <a:pPr eaLnBrk="1" hangingPunct="1">
              <a:lnSpc>
                <a:spcPct val="150000"/>
              </a:lnSpc>
              <a:spcBef>
                <a:spcPts val="0"/>
              </a:spcBef>
              <a:buFont typeface="Wingdings" panose="05000000000000000000" pitchFamily="2" charset="2"/>
              <a:buChar char="n"/>
            </a:pPr>
            <a:endParaRPr lang="zh-CN" altLang="en-US" sz="2000" dirty="0">
              <a:latin typeface="宋体" panose="02010600030101010101" pitchFamily="2" charset="-122"/>
            </a:endParaRPr>
          </a:p>
        </p:txBody>
      </p:sp>
      <p:sp>
        <p:nvSpPr>
          <p:cNvPr id="8" name="Rectangle 2"/>
          <p:cNvSpPr txBox="1">
            <a:spLocks noChangeArrowheads="1"/>
          </p:cNvSpPr>
          <p:nvPr/>
        </p:nvSpPr>
        <p:spPr bwMode="auto">
          <a:xfrm>
            <a:off x="1524001" y="20108"/>
            <a:ext cx="9828584"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Arial" panose="020B0604020202020204" pitchFamily="34" charset="0"/>
                <a:ea typeface="宋体" panose="02010600030101010101" pitchFamily="2" charset="-122"/>
              </a:rPr>
              <a:t>关系数据库管理系统的运行过程示例（续）</a:t>
            </a:r>
            <a:endParaRPr lang="zh-CN" altLang="en-US" sz="3600" dirty="0">
              <a:latin typeface="Arial" panose="020B0604020202020204" pitchFamily="34" charset="0"/>
              <a:ea typeface="宋体" panose="02010600030101010101" pitchFamily="2" charset="-122"/>
            </a:endParaRPr>
          </a:p>
        </p:txBody>
      </p:sp>
      <p:sp>
        <p:nvSpPr>
          <p:cNvPr id="5" name="Text Box 3"/>
          <p:cNvSpPr txBox="1">
            <a:spLocks noChangeArrowheads="1"/>
          </p:cNvSpPr>
          <p:nvPr/>
        </p:nvSpPr>
        <p:spPr bwMode="auto">
          <a:xfrm>
            <a:off x="6528048" y="4149080"/>
            <a:ext cx="5112568" cy="1477328"/>
          </a:xfrm>
          <a:prstGeom prst="rect">
            <a:avLst/>
          </a:prstGeom>
          <a:solidFill>
            <a:srgbClr val="DDDDDD"/>
          </a:solidFill>
          <a:ln w="9525">
            <a:solidFill>
              <a:srgbClr val="000000"/>
            </a:solidFill>
            <a:miter lim="800000"/>
          </a:ln>
        </p:spPr>
        <p:txBody>
          <a:bodyPr wrap="square">
            <a:spAutoFit/>
          </a:bodyPr>
          <a:lstStyle>
            <a:lvl1pPr>
              <a:spcBef>
                <a:spcPts val="18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ts val="18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0"/>
              </a:spcBef>
              <a:buSzTx/>
              <a:buFont typeface="Arial" panose="020B0604020202020204" pitchFamily="34" charset="0"/>
              <a:buNone/>
            </a:pPr>
            <a:r>
              <a:rPr lang="zh-CN" altLang="en-US" sz="1800" dirty="0"/>
              <a:t>（</a:t>
            </a:r>
            <a:r>
              <a:rPr lang="en-US" altLang="zh-CN" sz="1800" dirty="0"/>
              <a:t>1</a:t>
            </a:r>
            <a:r>
              <a:rPr lang="zh-CN" altLang="en-US" sz="1800" dirty="0"/>
              <a:t>）：应用层</a:t>
            </a:r>
            <a:endParaRPr lang="zh-CN" altLang="en-US" sz="1800" dirty="0"/>
          </a:p>
          <a:p>
            <a:pPr eaLnBrk="1" hangingPunct="1">
              <a:spcBef>
                <a:spcPct val="0"/>
              </a:spcBef>
              <a:buSzTx/>
              <a:buFont typeface="Arial" panose="020B0604020202020204" pitchFamily="34" charset="0"/>
              <a:buNone/>
            </a:pPr>
            <a:r>
              <a:rPr lang="zh-CN" altLang="en-US" sz="1800" dirty="0"/>
              <a:t>（</a:t>
            </a:r>
            <a:r>
              <a:rPr lang="en-US" altLang="zh-CN" sz="1800" dirty="0"/>
              <a:t>2</a:t>
            </a:r>
            <a:r>
              <a:rPr lang="zh-CN" altLang="en-US" sz="1800" dirty="0"/>
              <a:t>），（</a:t>
            </a:r>
            <a:r>
              <a:rPr lang="en-US" altLang="zh-CN" sz="1800" dirty="0"/>
              <a:t>3</a:t>
            </a:r>
            <a:r>
              <a:rPr lang="zh-CN" altLang="en-US" sz="1800" dirty="0"/>
              <a:t>）：语言处理层</a:t>
            </a:r>
            <a:endParaRPr lang="zh-CN" altLang="en-US" sz="1800" dirty="0"/>
          </a:p>
          <a:p>
            <a:pPr eaLnBrk="1" hangingPunct="1">
              <a:spcBef>
                <a:spcPct val="0"/>
              </a:spcBef>
              <a:buSzTx/>
              <a:buFont typeface="Arial" panose="020B0604020202020204" pitchFamily="34" charset="0"/>
              <a:buNone/>
            </a:pPr>
            <a:r>
              <a:rPr lang="zh-CN" altLang="en-US" sz="1800" dirty="0"/>
              <a:t>（</a:t>
            </a:r>
            <a:r>
              <a:rPr lang="en-US" altLang="zh-CN" sz="1800" dirty="0"/>
              <a:t>9</a:t>
            </a:r>
            <a:r>
              <a:rPr lang="zh-CN" altLang="en-US" sz="1800" dirty="0"/>
              <a:t>），（</a:t>
            </a:r>
            <a:r>
              <a:rPr lang="en-US" altLang="zh-CN" sz="1800" dirty="0"/>
              <a:t>10</a:t>
            </a:r>
            <a:r>
              <a:rPr lang="zh-CN" altLang="en-US" sz="1800" dirty="0"/>
              <a:t>），（</a:t>
            </a:r>
            <a:r>
              <a:rPr lang="en-US" altLang="zh-CN" sz="1800" dirty="0"/>
              <a:t>11</a:t>
            </a:r>
            <a:r>
              <a:rPr lang="zh-CN" altLang="en-US" sz="1800" dirty="0"/>
              <a:t>）：数据存取层</a:t>
            </a:r>
            <a:endParaRPr lang="zh-CN" altLang="en-US" sz="1800" dirty="0"/>
          </a:p>
          <a:p>
            <a:pPr eaLnBrk="1" hangingPunct="1">
              <a:spcBef>
                <a:spcPct val="0"/>
              </a:spcBef>
              <a:buSzTx/>
              <a:buFont typeface="Arial" panose="020B0604020202020204" pitchFamily="34" charset="0"/>
              <a:buNone/>
            </a:pPr>
            <a:r>
              <a:rPr lang="zh-CN" altLang="en-US" sz="1800" dirty="0"/>
              <a:t>（</a:t>
            </a:r>
            <a:r>
              <a:rPr lang="en-US" altLang="zh-CN" sz="1800" dirty="0"/>
              <a:t>4</a:t>
            </a:r>
            <a:r>
              <a:rPr lang="zh-CN" altLang="en-US" sz="1800" dirty="0"/>
              <a:t>），（</a:t>
            </a:r>
            <a:r>
              <a:rPr lang="en-US" altLang="zh-CN" sz="1800" dirty="0"/>
              <a:t>5</a:t>
            </a:r>
            <a:r>
              <a:rPr lang="zh-CN" altLang="en-US" sz="1800" dirty="0"/>
              <a:t>），（</a:t>
            </a:r>
            <a:r>
              <a:rPr lang="en-US" altLang="zh-CN" sz="1800" dirty="0"/>
              <a:t>6</a:t>
            </a:r>
            <a:r>
              <a:rPr lang="zh-CN" altLang="en-US" sz="1800" dirty="0"/>
              <a:t>）：数据存储层</a:t>
            </a:r>
            <a:endParaRPr lang="zh-CN" altLang="en-US" sz="1800" dirty="0"/>
          </a:p>
          <a:p>
            <a:pPr eaLnBrk="1" hangingPunct="1">
              <a:spcBef>
                <a:spcPct val="0"/>
              </a:spcBef>
              <a:buSzTx/>
              <a:buFont typeface="Arial" panose="020B0604020202020204" pitchFamily="34" charset="0"/>
              <a:buNone/>
            </a:pPr>
            <a:r>
              <a:rPr lang="zh-CN" altLang="en-US" sz="1800" dirty="0"/>
              <a:t>（</a:t>
            </a:r>
            <a:r>
              <a:rPr lang="en-US" altLang="zh-CN" sz="1800" dirty="0"/>
              <a:t>7</a:t>
            </a:r>
            <a:r>
              <a:rPr lang="zh-CN" altLang="en-US" sz="1800" dirty="0"/>
              <a:t>），（</a:t>
            </a:r>
            <a:r>
              <a:rPr lang="en-US" altLang="zh-CN" sz="1800" dirty="0"/>
              <a:t>8</a:t>
            </a:r>
            <a:r>
              <a:rPr lang="zh-CN" altLang="en-US" sz="1800" dirty="0"/>
              <a:t>）：操作系统</a:t>
            </a:r>
            <a:endParaRPr lang="en-US" altLang="zh-CN" sz="1800" dirty="0"/>
          </a:p>
        </p:txBody>
      </p:sp>
    </p:spTree>
  </p:cSld>
  <p:clrMapOvr>
    <a:masterClrMapping/>
  </p:clrMapOvr>
  <p:transition spd="slow">
    <p:wipe dir="d"/>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533400" y="133350"/>
            <a:ext cx="11125200" cy="666750"/>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3300" b="1">
                <a:solidFill>
                  <a:srgbClr val="FFFFFF"/>
                </a:solidFill>
                <a:latin typeface="微软雅黑" panose="020B0503020204020204" charset="-122"/>
                <a:ea typeface="微软雅黑" panose="020B0503020204020204" charset="-122"/>
                <a:cs typeface="微软雅黑" panose="020B0503020204020204" charset="-122"/>
              </a:rPr>
              <a:t>模块集成的检查点</a:t>
            </a:r>
            <a:endParaRPr sz="33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590550" y="1047750"/>
            <a:ext cx="10953750" cy="68580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2250" b="1">
                <a:solidFill>
                  <a:srgbClr val="153E57"/>
                </a:solidFill>
                <a:latin typeface="微软雅黑" panose="020B0503020204020204" charset="-122"/>
                <a:ea typeface="微软雅黑" panose="020B0503020204020204" charset="-122"/>
                <a:cs typeface="微软雅黑" panose="020B0503020204020204" charset="-122"/>
              </a:rPr>
              <a:t>接口连接处最容易暴露系统错误</a:t>
            </a:r>
            <a:endParaRPr sz="225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590550" y="1952625"/>
          <a:ext cx="10953750" cy="3638550"/>
        </p:xfrm>
        <a:graphic>
          <a:graphicData uri="http://schemas.openxmlformats.org/drawingml/2006/table">
            <a:tbl>
              <a:tblPr/>
              <a:tblGrid>
                <a:gridCol w="3095625"/>
                <a:gridCol w="7858125"/>
              </a:tblGrid>
              <a:tr h="727710">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接口</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跨模块不变量</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执行器 / 索引</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谓词语义、键编码与RID一致</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索引 / 缓冲池</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pin释放、脏位与页生命周期一致</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事务 / 执行器</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异常传播、回滚与可见性一致</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日志 / 数据页</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WAL顺序、提交ACK与恢复一致</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571500" y="6048375"/>
            <a:ext cx="8096250" cy="285750"/>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500" b="0">
                <a:solidFill>
                  <a:srgbClr val="38566B"/>
                </a:solidFill>
                <a:latin typeface="微软雅黑" panose="020B0503020204020204" charset="-122"/>
                <a:ea typeface="微软雅黑" panose="020B0503020204020204" charset="-122"/>
                <a:cs typeface="微软雅黑" panose="020B0503020204020204" charset="-122"/>
              </a:rPr>
              <a:t>内核训练 K24 · 张书豪课题组</a:t>
            </a:r>
            <a:endParaRPr sz="1500"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transition spd="slow">
    <p:wipe dir="d"/>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775520" y="23811"/>
            <a:ext cx="8401051" cy="852488"/>
          </a:xfrm>
        </p:spPr>
        <p:txBody>
          <a:bodyPr/>
          <a:lstStyle/>
          <a:p>
            <a:pPr eaLnBrk="1" hangingPunct="1"/>
            <a:r>
              <a:rPr lang="zh-CN" altLang="zh-CN" sz="3600" dirty="0"/>
              <a:t>第</a:t>
            </a:r>
            <a:r>
              <a:rPr lang="en-US" altLang="zh-CN" sz="3600" dirty="0"/>
              <a:t>13</a:t>
            </a:r>
            <a:r>
              <a:rPr lang="zh-CN" altLang="zh-CN" sz="3600" dirty="0"/>
              <a:t>章  </a:t>
            </a:r>
            <a:r>
              <a:rPr lang="zh-CN" altLang="en-US" sz="3600" dirty="0"/>
              <a:t>数据库管理系统概述</a:t>
            </a:r>
            <a:endParaRPr lang="zh-CN" altLang="en-US" sz="3600" dirty="0"/>
          </a:p>
        </p:txBody>
      </p:sp>
      <p:sp>
        <p:nvSpPr>
          <p:cNvPr id="9219" name="Rectangle 3"/>
          <p:cNvSpPr>
            <a:spLocks noGrp="1" noChangeArrowheads="1"/>
          </p:cNvSpPr>
          <p:nvPr>
            <p:ph type="body" idx="1"/>
          </p:nvPr>
        </p:nvSpPr>
        <p:spPr>
          <a:xfrm>
            <a:off x="2195513" y="1316766"/>
            <a:ext cx="7056139" cy="4225124"/>
          </a:xfrm>
        </p:spPr>
        <p:txBody>
          <a:bodyPr>
            <a:normAutofit lnSpcReduction="10000"/>
          </a:bodyPr>
          <a:lstStyle/>
          <a:p>
            <a:pPr marL="342900" lvl="1" indent="-342900" algn="just" eaLnBrk="1" hangingPunct="1">
              <a:lnSpc>
                <a:spcPct val="130000"/>
              </a:lnSpc>
              <a:spcBef>
                <a:spcPct val="20000"/>
              </a:spcBef>
              <a:buNone/>
              <a:defRPr/>
            </a:pPr>
            <a:r>
              <a:rPr lang="en-US" altLang="zh-CN" sz="2800" dirty="0">
                <a:cs typeface="+mn-cs"/>
              </a:rPr>
              <a:t>13.1</a:t>
            </a:r>
            <a:r>
              <a:rPr lang="zh-CN" altLang="en-US" sz="2800" dirty="0">
                <a:cs typeface="+mn-cs"/>
              </a:rPr>
              <a:t> 数据库管理系统的基本功能</a:t>
            </a:r>
            <a:endParaRPr lang="zh-CN" altLang="en-US" sz="2800" dirty="0">
              <a:cs typeface="+mn-cs"/>
            </a:endParaRPr>
          </a:p>
          <a:p>
            <a:pPr marL="342900" lvl="1" indent="-342900" algn="just" eaLnBrk="1" hangingPunct="1">
              <a:lnSpc>
                <a:spcPct val="130000"/>
              </a:lnSpc>
              <a:spcBef>
                <a:spcPct val="20000"/>
              </a:spcBef>
              <a:buNone/>
              <a:defRPr/>
            </a:pPr>
            <a:r>
              <a:rPr lang="en-US" altLang="zh-CN" sz="2800" dirty="0">
                <a:cs typeface="+mn-cs"/>
              </a:rPr>
              <a:t>13.2</a:t>
            </a:r>
            <a:r>
              <a:rPr lang="zh-CN" altLang="en-US" sz="2800" dirty="0">
                <a:cs typeface="+mn-cs"/>
              </a:rPr>
              <a:t> 数据库管理系统的系统结构</a:t>
            </a:r>
            <a:endParaRPr lang="zh-CN" altLang="en-US" sz="2800" dirty="0">
              <a:cs typeface="+mn-cs"/>
            </a:endParaRPr>
          </a:p>
          <a:p>
            <a:pPr marL="342900" lvl="1" indent="-342900" algn="just" eaLnBrk="1" hangingPunct="1">
              <a:lnSpc>
                <a:spcPct val="130000"/>
              </a:lnSpc>
              <a:spcBef>
                <a:spcPct val="20000"/>
              </a:spcBef>
              <a:buNone/>
              <a:defRPr/>
            </a:pPr>
            <a:r>
              <a:rPr lang="en-US" altLang="zh-CN" sz="2800" dirty="0">
                <a:solidFill>
                  <a:srgbClr val="0066FF"/>
                </a:solidFill>
                <a:cs typeface="+mn-cs"/>
              </a:rPr>
              <a:t>13.3</a:t>
            </a:r>
            <a:r>
              <a:rPr lang="zh-CN" altLang="en-US" sz="2800" dirty="0">
                <a:solidFill>
                  <a:srgbClr val="0066FF"/>
                </a:solidFill>
                <a:cs typeface="+mn-cs"/>
              </a:rPr>
              <a:t> 语言处理层</a:t>
            </a:r>
            <a:endParaRPr lang="en-US" altLang="zh-CN" sz="2800" dirty="0">
              <a:solidFill>
                <a:srgbClr val="0066FF"/>
              </a:solidFill>
              <a:cs typeface="+mn-cs"/>
            </a:endParaRPr>
          </a:p>
          <a:p>
            <a:pPr marL="0" indent="0" algn="just" eaLnBrk="1" hangingPunct="1">
              <a:buNone/>
            </a:pPr>
            <a:r>
              <a:rPr lang="en-US" altLang="zh-CN" dirty="0">
                <a:latin typeface="Arial" panose="020B0604020202020204" pitchFamily="34" charset="0"/>
                <a:ea typeface="宋体" panose="02010600030101010101" pitchFamily="2" charset="-122"/>
              </a:rPr>
              <a:t>13.4</a:t>
            </a:r>
            <a:r>
              <a:rPr lang="zh-CN" altLang="en-US" dirty="0">
                <a:latin typeface="Arial" panose="020B0604020202020204" pitchFamily="34" charset="0"/>
                <a:ea typeface="宋体" panose="02010600030101010101" pitchFamily="2" charset="-122"/>
              </a:rPr>
              <a:t> 数据存取层</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13.5</a:t>
            </a:r>
            <a:r>
              <a:rPr lang="zh-CN" altLang="en-US" dirty="0">
                <a:latin typeface="Arial" panose="020B0604020202020204" pitchFamily="34" charset="0"/>
                <a:ea typeface="宋体" panose="02010600030101010101" pitchFamily="2" charset="-122"/>
              </a:rPr>
              <a:t> 缓冲区管理</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13.6</a:t>
            </a:r>
            <a:r>
              <a:rPr lang="zh-CN" altLang="en-US" dirty="0">
                <a:latin typeface="Arial" panose="020B0604020202020204" pitchFamily="34" charset="0"/>
                <a:ea typeface="宋体" panose="02010600030101010101" pitchFamily="2" charset="-122"/>
              </a:rPr>
              <a:t> 数据库的物理组织</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zh-CN" altLang="en-US" dirty="0">
                <a:latin typeface="Arial" panose="020B0604020202020204" pitchFamily="34" charset="0"/>
                <a:ea typeface="宋体" panose="02010600030101010101" pitchFamily="2" charset="-122"/>
              </a:rPr>
              <a:t>本章小结</a:t>
            </a:r>
            <a:endParaRPr lang="en-US" altLang="zh-CN" dirty="0">
              <a:latin typeface="Arial" panose="020B0604020202020204" pitchFamily="34" charset="0"/>
              <a:ea typeface="宋体" panose="02010600030101010101" pitchFamily="2" charset="-122"/>
            </a:endParaRPr>
          </a:p>
          <a:p>
            <a:pPr marL="0" indent="0" algn="just" eaLnBrk="1" hangingPunct="1">
              <a:buNone/>
            </a:pPr>
            <a:endParaRPr lang="en-US" altLang="zh-CN" dirty="0">
              <a:latin typeface="Arial" panose="020B0604020202020204" pitchFamily="34" charset="0"/>
              <a:ea typeface="宋体" panose="02010600030101010101" pitchFamily="2" charset="-122"/>
            </a:endParaRPr>
          </a:p>
          <a:p>
            <a:pPr marL="0" indent="0" algn="just" eaLnBrk="1" hangingPunct="1">
              <a:buNone/>
            </a:pPr>
            <a:endParaRPr lang="zh-CN" altLang="en-US" dirty="0">
              <a:latin typeface="+mn-ea"/>
            </a:endParaRPr>
          </a:p>
          <a:p>
            <a:pPr marL="0" indent="0" algn="just" eaLnBrk="1" hangingPunct="1">
              <a:buNone/>
            </a:pPr>
            <a:endParaRPr lang="zh-CN" altLang="en-US" dirty="0">
              <a:latin typeface="+mn-ea"/>
            </a:endParaRPr>
          </a:p>
        </p:txBody>
      </p:sp>
    </p:spTree>
  </p:cSld>
  <p:clrMapOvr>
    <a:masterClrMapping/>
  </p:clrMapOvr>
  <p:transition spd="slow">
    <p:wipe dir="d"/>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9" name="Rectangle 3"/>
          <p:cNvSpPr>
            <a:spLocks noGrp="1" noChangeArrowheads="1"/>
          </p:cNvSpPr>
          <p:nvPr>
            <p:ph type="body" idx="1"/>
          </p:nvPr>
        </p:nvSpPr>
        <p:spPr>
          <a:xfrm>
            <a:off x="1055440" y="1340768"/>
            <a:ext cx="9409484" cy="4968551"/>
          </a:xfrm>
        </p:spPr>
        <p:txBody>
          <a:bodyPr/>
          <a:lstStyle/>
          <a:p>
            <a:pPr eaLnBrk="1" hangingPunct="1"/>
            <a:r>
              <a:rPr lang="zh-CN" altLang="zh-CN" kern="105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语言处理层的任务</a:t>
            </a:r>
            <a:r>
              <a:rPr lang="zh-CN" altLang="en-US" kern="105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a:t>
            </a:r>
            <a:r>
              <a:rPr lang="zh-CN" altLang="zh-CN" kern="105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是把数据库语句转换成对关系数据库管理系统内层可执行的基本存取模块的调用序列</a:t>
            </a:r>
            <a:endParaRPr lang="en-US" altLang="zh-CN" kern="105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endParaRPr>
          </a:p>
          <a:p>
            <a:pPr eaLnBrk="1" hangingPunct="1"/>
            <a:r>
              <a:rPr lang="zh-CN"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数据库语言</a:t>
            </a:r>
            <a:r>
              <a:rPr lang="zh-CN" altLang="en-US"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a:t>
            </a:r>
            <a:endParaRPr lang="en-US"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endParaRPr>
          </a:p>
          <a:p>
            <a:pPr lvl="1" eaLnBrk="1" hangingPunct="1">
              <a:lnSpc>
                <a:spcPct val="150000"/>
              </a:lnSpc>
            </a:pPr>
            <a:r>
              <a:rPr lang="zh-CN"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数据定义语言</a:t>
            </a:r>
            <a:endParaRPr lang="en-US"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endParaRPr>
          </a:p>
          <a:p>
            <a:pPr lvl="1" eaLnBrk="1" hangingPunct="1">
              <a:lnSpc>
                <a:spcPct val="150000"/>
              </a:lnSpc>
            </a:pPr>
            <a:r>
              <a:rPr lang="zh-CN"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数据操纵语言</a:t>
            </a:r>
            <a:endParaRPr lang="en-US"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endParaRPr>
          </a:p>
          <a:p>
            <a:pPr lvl="1" eaLnBrk="1" hangingPunct="1">
              <a:lnSpc>
                <a:spcPct val="150000"/>
              </a:lnSpc>
            </a:pPr>
            <a:r>
              <a:rPr lang="zh-CN"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数据控制语言</a:t>
            </a:r>
            <a:endParaRPr lang="en-US"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6" name="Rectangle 2"/>
          <p:cNvSpPr>
            <a:spLocks noGrp="1" noChangeArrowheads="1"/>
          </p:cNvSpPr>
          <p:nvPr>
            <p:ph type="title"/>
          </p:nvPr>
        </p:nvSpPr>
        <p:spPr>
          <a:xfrm>
            <a:off x="1703512" y="44624"/>
            <a:ext cx="8401051" cy="852488"/>
          </a:xfrm>
        </p:spPr>
        <p:txBody>
          <a:bodyPr/>
          <a:lstStyle/>
          <a:p>
            <a:pPr eaLnBrk="1" hangingPunct="1"/>
            <a:r>
              <a:rPr lang="en-US" altLang="zh-CN" sz="3600" dirty="0"/>
              <a:t>13.3</a:t>
            </a:r>
            <a:r>
              <a:rPr lang="en-US" altLang="zh-CN" sz="3600" dirty="0">
                <a:latin typeface="Times New Roman" panose="02020603050405020304" pitchFamily="18" charset="0"/>
              </a:rPr>
              <a:t> </a:t>
            </a:r>
            <a:r>
              <a:rPr lang="zh-CN" altLang="en-US" sz="3600" dirty="0">
                <a:latin typeface="Times New Roman" panose="02020603050405020304" pitchFamily="18" charset="0"/>
              </a:rPr>
              <a:t>语言处理层</a:t>
            </a:r>
            <a:endParaRPr lang="zh-CN" altLang="en-US" sz="3600" dirty="0">
              <a:latin typeface="Times New Roman" panose="02020603050405020304" pitchFamily="18" charset="0"/>
            </a:endParaRPr>
          </a:p>
        </p:txBody>
      </p:sp>
    </p:spTree>
  </p:cSld>
  <p:clrMapOvr>
    <a:masterClrMapping/>
  </p:clrMapOvr>
  <p:transition spd="slow">
    <p:wipe dir="d"/>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9" name="Rectangle 3"/>
          <p:cNvSpPr>
            <a:spLocks noGrp="1" noChangeArrowheads="1"/>
          </p:cNvSpPr>
          <p:nvPr>
            <p:ph type="body" idx="1"/>
          </p:nvPr>
        </p:nvSpPr>
        <p:spPr>
          <a:xfrm>
            <a:off x="983432" y="1268760"/>
            <a:ext cx="10657184" cy="4968551"/>
          </a:xfrm>
        </p:spPr>
        <p:txBody>
          <a:bodyPr/>
          <a:lstStyle/>
          <a:p>
            <a:pPr eaLnBrk="1" hangingPunct="1">
              <a:lnSpc>
                <a:spcPct val="120000"/>
              </a:lnSpc>
            </a:pPr>
            <a:r>
              <a:rPr lang="zh-CN" altLang="zh-CN" kern="105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语言处理</a:t>
            </a:r>
            <a:r>
              <a:rPr lang="zh-CN"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层对数据定义语句</a:t>
            </a:r>
            <a:r>
              <a:rPr lang="zh-CN" altLang="en-US"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的操作：</a:t>
            </a:r>
            <a:endParaRPr lang="en-US"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endParaRPr>
          </a:p>
          <a:p>
            <a:pPr lvl="1" eaLnBrk="1" hangingPunct="1">
              <a:lnSpc>
                <a:spcPct val="120000"/>
              </a:lnSpc>
            </a:pPr>
            <a:r>
              <a:rPr lang="zh-CN" altLang="zh-CN" kern="1050" dirty="0">
                <a:effectLst/>
                <a:latin typeface="Times New Roman" panose="02020603050405020304" pitchFamily="18" charset="0"/>
                <a:ea typeface="宋体" panose="02010600030101010101" pitchFamily="2" charset="-122"/>
                <a:cs typeface="Times New Roman" panose="02020603050405020304" pitchFamily="18" charset="0"/>
              </a:rPr>
              <a:t>完成语法分析</a:t>
            </a:r>
            <a:endParaRPr lang="en-US" altLang="zh-CN" kern="1050" dirty="0">
              <a:effectLst/>
              <a:latin typeface="Times New Roman" panose="02020603050405020304" pitchFamily="18" charset="0"/>
              <a:ea typeface="宋体" panose="02010600030101010101" pitchFamily="2" charset="-122"/>
              <a:cs typeface="Times New Roman" panose="02020603050405020304" pitchFamily="18" charset="0"/>
            </a:endParaRPr>
          </a:p>
          <a:p>
            <a:pPr lvl="1" eaLnBrk="1" hangingPunct="1">
              <a:lnSpc>
                <a:spcPct val="120000"/>
              </a:lnSpc>
            </a:pPr>
            <a:r>
              <a:rPr lang="zh-CN" altLang="zh-CN" kern="1050" dirty="0">
                <a:effectLst/>
                <a:latin typeface="Times New Roman" panose="02020603050405020304" pitchFamily="18" charset="0"/>
                <a:ea typeface="宋体" panose="02010600030101010101" pitchFamily="2" charset="-122"/>
                <a:cs typeface="Times New Roman" panose="02020603050405020304" pitchFamily="18" charset="0"/>
              </a:rPr>
              <a:t>翻译成内部表示</a:t>
            </a:r>
            <a:endParaRPr lang="en-US" altLang="zh-CN" kern="1050" dirty="0">
              <a:effectLst/>
              <a:latin typeface="Times New Roman" panose="02020603050405020304" pitchFamily="18" charset="0"/>
              <a:ea typeface="宋体" panose="02010600030101010101" pitchFamily="2" charset="-122"/>
              <a:cs typeface="Times New Roman" panose="02020603050405020304" pitchFamily="18" charset="0"/>
            </a:endParaRPr>
          </a:p>
          <a:p>
            <a:pPr lvl="1" eaLnBrk="1" hangingPunct="1">
              <a:lnSpc>
                <a:spcPct val="120000"/>
              </a:lnSpc>
            </a:pPr>
            <a:r>
              <a:rPr lang="zh-CN" altLang="zh-CN" kern="1050" dirty="0">
                <a:effectLst/>
                <a:latin typeface="Times New Roman" panose="02020603050405020304" pitchFamily="18" charset="0"/>
                <a:ea typeface="宋体" panose="02010600030101010101" pitchFamily="2" charset="-122"/>
                <a:cs typeface="Times New Roman" panose="02020603050405020304" pitchFamily="18" charset="0"/>
              </a:rPr>
              <a:t>存储在系统的数据字典中。</a:t>
            </a:r>
            <a:endParaRPr lang="en-US" altLang="zh-CN" kern="1050" dirty="0">
              <a:effectLst/>
              <a:latin typeface="Times New Roman" panose="02020603050405020304" pitchFamily="18" charset="0"/>
              <a:ea typeface="宋体" panose="02010600030101010101" pitchFamily="2" charset="-122"/>
              <a:cs typeface="Times New Roman" panose="02020603050405020304" pitchFamily="18" charset="0"/>
            </a:endParaRPr>
          </a:p>
          <a:p>
            <a:pPr eaLnBrk="1" hangingPunct="1">
              <a:lnSpc>
                <a:spcPct val="120000"/>
              </a:lnSpc>
            </a:pPr>
            <a:r>
              <a:rPr lang="zh-CN"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语言处理层对数据控制语句的定义部分处理与数据定义语句相同</a:t>
            </a:r>
            <a:endParaRPr lang="en-US" altLang="zh-CN" kern="1050" dirty="0">
              <a:solidFill>
                <a:srgbClr val="000000"/>
              </a:solidFill>
              <a:latin typeface="Times New Roman" panose="02020603050405020304" pitchFamily="18" charset="0"/>
              <a:ea typeface="宋体" panose="02010600030101010101" pitchFamily="2" charset="-122"/>
              <a:cs typeface="Times New Roman" panose="02020603050405020304" pitchFamily="18" charset="0"/>
            </a:endParaRPr>
          </a:p>
          <a:p>
            <a:pPr lvl="1" eaLnBrk="1" hangingPunct="1">
              <a:lnSpc>
                <a:spcPct val="120000"/>
              </a:lnSpc>
            </a:pPr>
            <a:r>
              <a:rPr lang="zh-CN" altLang="zh-CN" kern="1050" dirty="0">
                <a:latin typeface="Times New Roman" panose="02020603050405020304" pitchFamily="18" charset="0"/>
                <a:ea typeface="宋体" panose="02010600030101010101" pitchFamily="2" charset="-122"/>
                <a:cs typeface="Times New Roman" panose="02020603050405020304" pitchFamily="18" charset="0"/>
              </a:rPr>
              <a:t>如安全保密定义、存取权限定义、完整性约束定义等</a:t>
            </a:r>
            <a:endParaRPr lang="zh-CN" altLang="en-US" kern="1050"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6" name="Rectangle 2"/>
          <p:cNvSpPr>
            <a:spLocks noGrp="1" noChangeArrowheads="1"/>
          </p:cNvSpPr>
          <p:nvPr>
            <p:ph type="title"/>
          </p:nvPr>
        </p:nvSpPr>
        <p:spPr>
          <a:xfrm>
            <a:off x="1703512" y="44624"/>
            <a:ext cx="8401051" cy="852488"/>
          </a:xfrm>
        </p:spPr>
        <p:txBody>
          <a:bodyPr/>
          <a:lstStyle/>
          <a:p>
            <a:pPr eaLnBrk="1" hangingPunct="1"/>
            <a:r>
              <a:rPr lang="en-US" altLang="zh-CN" sz="3600" dirty="0"/>
              <a:t>13.3</a:t>
            </a:r>
            <a:r>
              <a:rPr lang="en-US" altLang="zh-CN" sz="3600" dirty="0">
                <a:latin typeface="Times New Roman" panose="02020603050405020304" pitchFamily="18" charset="0"/>
              </a:rPr>
              <a:t> </a:t>
            </a:r>
            <a:r>
              <a:rPr lang="zh-CN" altLang="en-US" sz="3600" dirty="0">
                <a:latin typeface="Times New Roman" panose="02020603050405020304" pitchFamily="18" charset="0"/>
              </a:rPr>
              <a:t>语言处理层</a:t>
            </a:r>
            <a:endParaRPr lang="zh-CN" altLang="en-US" sz="3600" dirty="0">
              <a:latin typeface="Times New Roman" panose="02020603050405020304" pitchFamily="18" charset="0"/>
            </a:endParaRPr>
          </a:p>
        </p:txBody>
      </p:sp>
    </p:spTree>
  </p:cSld>
  <p:clrMapOvr>
    <a:masterClrMapping/>
  </p:clrMapOvr>
  <p:transition spd="slow">
    <p:wipe dir="d"/>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71" name="Rectangle 3"/>
          <p:cNvSpPr>
            <a:spLocks noGrp="1" noChangeArrowheads="1"/>
          </p:cNvSpPr>
          <p:nvPr>
            <p:ph type="body" idx="1"/>
          </p:nvPr>
        </p:nvSpPr>
        <p:spPr>
          <a:xfrm>
            <a:off x="1343472" y="897112"/>
            <a:ext cx="10729192" cy="5628232"/>
          </a:xfrm>
        </p:spPr>
        <p:txBody>
          <a:bodyPr/>
          <a:lstStyle/>
          <a:p>
            <a:pPr eaLnBrk="1" hangingPunct="1">
              <a:lnSpc>
                <a:spcPct val="120000"/>
              </a:lnSpc>
            </a:pPr>
            <a:r>
              <a:rPr lang="zh-CN" altLang="en-US" dirty="0">
                <a:latin typeface="宋体" panose="02010600030101010101" pitchFamily="2" charset="-122"/>
              </a:rPr>
              <a:t>数据字典</a:t>
            </a:r>
            <a:r>
              <a:rPr lang="zh-CN" altLang="zh-CN" sz="2800" kern="1050" spc="25" dirty="0">
                <a:effectLst/>
                <a:latin typeface="Times New Roman" panose="02020603050405020304" pitchFamily="18" charset="0"/>
                <a:ea typeface="宋体" panose="02010600030101010101" pitchFamily="2" charset="-122"/>
              </a:rPr>
              <a:t>是数据操纵语句的处理、执行以及关系数据库管理系统运行管理的基本依据</a:t>
            </a:r>
            <a:endParaRPr lang="zh-CN" altLang="en-US" dirty="0"/>
          </a:p>
          <a:p>
            <a:pPr lvl="1" eaLnBrk="1" hangingPunct="1">
              <a:lnSpc>
                <a:spcPct val="120000"/>
              </a:lnSpc>
              <a:spcBef>
                <a:spcPts val="0"/>
              </a:spcBef>
            </a:pPr>
            <a:r>
              <a:rPr lang="zh-CN" altLang="en-US" dirty="0">
                <a:latin typeface="Times New Roman" panose="02020603050405020304" pitchFamily="18" charset="0"/>
              </a:rPr>
              <a:t>数据字典表示</a:t>
            </a:r>
            <a:endParaRPr lang="zh-CN" altLang="en-US" dirty="0">
              <a:latin typeface="Times New Roman" panose="02020603050405020304" pitchFamily="18" charset="0"/>
            </a:endParaRPr>
          </a:p>
          <a:p>
            <a:pPr lvl="2" eaLnBrk="1" hangingPunct="1">
              <a:lnSpc>
                <a:spcPct val="120000"/>
              </a:lnSpc>
              <a:spcBef>
                <a:spcPts val="0"/>
              </a:spcBef>
              <a:buFont typeface="Wingdings" panose="05000000000000000000" pitchFamily="2" charset="2"/>
              <a:buChar char="l"/>
            </a:pPr>
            <a:r>
              <a:rPr lang="zh-CN" altLang="en-US" sz="2800" dirty="0"/>
              <a:t> </a:t>
            </a:r>
            <a:r>
              <a:rPr lang="en-US" altLang="zh-CN" sz="2200" dirty="0"/>
              <a:t>table </a:t>
            </a:r>
            <a:endParaRPr lang="en-US" altLang="zh-CN" sz="2200" dirty="0"/>
          </a:p>
          <a:p>
            <a:pPr lvl="1" eaLnBrk="1" hangingPunct="1">
              <a:lnSpc>
                <a:spcPct val="120000"/>
              </a:lnSpc>
              <a:spcBef>
                <a:spcPts val="0"/>
              </a:spcBef>
            </a:pPr>
            <a:r>
              <a:rPr lang="zh-CN" altLang="en-US" dirty="0"/>
              <a:t>数据字典组成</a:t>
            </a:r>
            <a:endParaRPr lang="en-US" altLang="zh-CN" dirty="0"/>
          </a:p>
          <a:p>
            <a:pPr lvl="2" eaLnBrk="1" hangingPunct="1">
              <a:lnSpc>
                <a:spcPct val="120000"/>
              </a:lnSpc>
              <a:spcBef>
                <a:spcPts val="0"/>
              </a:spcBef>
              <a:buFont typeface="Wingdings" panose="05000000000000000000" pitchFamily="2" charset="2"/>
              <a:buChar char="l"/>
            </a:pPr>
            <a:r>
              <a:rPr lang="zh-CN" altLang="en-US" sz="2200" dirty="0"/>
              <a:t>关系定义表  </a:t>
            </a:r>
            <a:endParaRPr lang="en-US" altLang="zh-CN" sz="2200" dirty="0"/>
          </a:p>
          <a:p>
            <a:pPr lvl="2" eaLnBrk="1" hangingPunct="1">
              <a:lnSpc>
                <a:spcPct val="120000"/>
              </a:lnSpc>
              <a:spcBef>
                <a:spcPts val="0"/>
              </a:spcBef>
              <a:buFont typeface="Wingdings" panose="05000000000000000000" pitchFamily="2" charset="2"/>
              <a:buChar char="l"/>
            </a:pPr>
            <a:r>
              <a:rPr lang="zh-CN" altLang="en-US" sz="2200" dirty="0"/>
              <a:t>属性表  </a:t>
            </a:r>
            <a:endParaRPr lang="en-US" altLang="zh-CN" sz="2200" dirty="0"/>
          </a:p>
          <a:p>
            <a:pPr lvl="2" eaLnBrk="1" hangingPunct="1">
              <a:lnSpc>
                <a:spcPct val="120000"/>
              </a:lnSpc>
              <a:spcBef>
                <a:spcPts val="0"/>
              </a:spcBef>
              <a:buFont typeface="Wingdings" panose="05000000000000000000" pitchFamily="2" charset="2"/>
              <a:buChar char="l"/>
            </a:pPr>
            <a:r>
              <a:rPr lang="zh-CN" altLang="en-US" sz="2200" dirty="0"/>
              <a:t>视图表  </a:t>
            </a:r>
            <a:endParaRPr lang="en-US" altLang="zh-CN" sz="2200" dirty="0"/>
          </a:p>
          <a:p>
            <a:pPr lvl="2" eaLnBrk="1" hangingPunct="1">
              <a:lnSpc>
                <a:spcPct val="120000"/>
              </a:lnSpc>
              <a:spcBef>
                <a:spcPts val="0"/>
              </a:spcBef>
              <a:buFont typeface="Wingdings" panose="05000000000000000000" pitchFamily="2" charset="2"/>
              <a:buChar char="l"/>
            </a:pPr>
            <a:r>
              <a:rPr lang="zh-CN" altLang="en-US" sz="2200" dirty="0"/>
              <a:t>视图属性表  </a:t>
            </a:r>
            <a:endParaRPr lang="en-US" altLang="zh-CN" sz="2200" dirty="0"/>
          </a:p>
          <a:p>
            <a:pPr lvl="2" eaLnBrk="1" hangingPunct="1">
              <a:lnSpc>
                <a:spcPct val="120000"/>
              </a:lnSpc>
              <a:spcBef>
                <a:spcPts val="0"/>
              </a:spcBef>
              <a:buFont typeface="Wingdings" panose="05000000000000000000" pitchFamily="2" charset="2"/>
              <a:buChar char="l"/>
            </a:pPr>
            <a:r>
              <a:rPr lang="zh-CN" altLang="en-US" sz="2200" dirty="0"/>
              <a:t>视图表达式表  </a:t>
            </a:r>
            <a:endParaRPr lang="en-US" altLang="zh-CN" sz="2200" dirty="0"/>
          </a:p>
          <a:p>
            <a:pPr lvl="2" eaLnBrk="1" hangingPunct="1">
              <a:lnSpc>
                <a:spcPct val="120000"/>
              </a:lnSpc>
              <a:spcBef>
                <a:spcPts val="0"/>
              </a:spcBef>
              <a:buFont typeface="Wingdings" panose="05000000000000000000" pitchFamily="2" charset="2"/>
              <a:buChar char="l"/>
            </a:pPr>
            <a:r>
              <a:rPr lang="zh-CN" altLang="en-US" sz="2200" dirty="0"/>
              <a:t>用户表  </a:t>
            </a:r>
            <a:endParaRPr lang="en-US" altLang="zh-CN" sz="2200" dirty="0"/>
          </a:p>
          <a:p>
            <a:pPr lvl="2" eaLnBrk="1" hangingPunct="1">
              <a:lnSpc>
                <a:spcPct val="120000"/>
              </a:lnSpc>
              <a:spcBef>
                <a:spcPts val="0"/>
              </a:spcBef>
              <a:buFont typeface="Wingdings" panose="05000000000000000000" pitchFamily="2" charset="2"/>
              <a:buChar char="l"/>
            </a:pPr>
            <a:r>
              <a:rPr lang="zh-CN" altLang="en-US" sz="2200" dirty="0"/>
              <a:t>存取权限表 </a:t>
            </a:r>
            <a:endParaRPr lang="en-US" altLang="zh-CN" sz="2200" dirty="0"/>
          </a:p>
        </p:txBody>
      </p:sp>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宋体" panose="02010600030101010101" pitchFamily="2" charset="-122"/>
                <a:ea typeface="宋体" panose="02010600030101010101" pitchFamily="2" charset="-122"/>
              </a:rPr>
              <a:t>语言处理层（续）</a:t>
            </a:r>
            <a:endParaRPr lang="zh-CN" altLang="en-US" sz="3600" kern="0" dirty="0">
              <a:latin typeface="宋体" panose="02010600030101010101" pitchFamily="2" charset="-122"/>
              <a:ea typeface="宋体" panose="02010600030101010101" pitchFamily="2" charset="-122"/>
            </a:endParaRPr>
          </a:p>
        </p:txBody>
      </p:sp>
      <p:pic>
        <p:nvPicPr>
          <p:cNvPr id="10" name="图片 9"/>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4380435" y="2175481"/>
            <a:ext cx="5364088" cy="3819152"/>
          </a:xfrm>
          <a:prstGeom prst="rect">
            <a:avLst/>
          </a:prstGeom>
          <a:noFill/>
          <a:ln>
            <a:noFill/>
          </a:ln>
        </p:spPr>
      </p:pic>
      <p:sp>
        <p:nvSpPr>
          <p:cNvPr id="6" name="文本框 5"/>
          <p:cNvSpPr txBox="1"/>
          <p:nvPr/>
        </p:nvSpPr>
        <p:spPr>
          <a:xfrm>
            <a:off x="4946642" y="6091396"/>
            <a:ext cx="4821766" cy="337185"/>
          </a:xfrm>
          <a:prstGeom prst="rect">
            <a:avLst/>
          </a:prstGeom>
          <a:noFill/>
        </p:spPr>
        <p:txBody>
          <a:bodyPr wrap="square">
            <a:spAutoFit/>
          </a:bodyPr>
          <a:lstStyle/>
          <a:p>
            <a:r>
              <a:rPr lang="zh-CN" altLang="zh-CN" sz="1600" b="1" kern="1050" dirty="0">
                <a:effectLst/>
                <a:latin typeface="Times New Roman" panose="02020603050405020304" pitchFamily="18" charset="0"/>
                <a:ea typeface="宋体" panose="02010600030101010101" pitchFamily="2" charset="-122"/>
                <a:cs typeface="Times New Roman" panose="02020603050405020304" pitchFamily="18" charset="0"/>
              </a:rPr>
              <a:t>关系数据库管理系统中数据字典的部分示意图</a:t>
            </a:r>
            <a:endParaRPr lang="zh-CN" altLang="en-US" sz="1600" b="1" dirty="0"/>
          </a:p>
        </p:txBody>
      </p:sp>
    </p:spTree>
  </p:cSld>
  <p:clrMapOvr>
    <a:masterClrMapping/>
  </p:clrMapOvr>
  <p:transition spd="slow">
    <p:wipe dir="d"/>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9" name="Rectangle 3"/>
          <p:cNvSpPr>
            <a:spLocks noGrp="1" noChangeArrowheads="1"/>
          </p:cNvSpPr>
          <p:nvPr>
            <p:ph type="body" idx="1"/>
          </p:nvPr>
        </p:nvSpPr>
        <p:spPr>
          <a:xfrm>
            <a:off x="1943100" y="1052736"/>
            <a:ext cx="8401051" cy="4360643"/>
          </a:xfrm>
        </p:spPr>
        <p:txBody>
          <a:bodyPr/>
          <a:lstStyle/>
          <a:p>
            <a:pPr indent="269875" algn="just"/>
            <a:r>
              <a:rPr lang="zh-CN" altLang="zh-CN" kern="1050" dirty="0">
                <a:effectLst/>
                <a:latin typeface="Times New Roman" panose="02020603050405020304" pitchFamily="18" charset="0"/>
                <a:ea typeface="宋体" panose="02010600030101010101" pitchFamily="2" charset="-122"/>
              </a:rPr>
              <a:t>对数据操纵语句</a:t>
            </a:r>
            <a:r>
              <a:rPr lang="zh-CN" altLang="en-US" kern="1050" dirty="0">
                <a:effectLst/>
                <a:latin typeface="Times New Roman" panose="02020603050405020304" pitchFamily="18" charset="0"/>
                <a:ea typeface="宋体" panose="02010600030101010101" pitchFamily="2" charset="-122"/>
              </a:rPr>
              <a:t>的处理过程</a:t>
            </a:r>
            <a:r>
              <a:rPr lang="en-US" altLang="zh-CN" kern="1050" dirty="0">
                <a:effectLst/>
                <a:latin typeface="Times New Roman" panose="02020603050405020304" pitchFamily="18" charset="0"/>
                <a:ea typeface="宋体" panose="02010600030101010101" pitchFamily="2" charset="-122"/>
              </a:rPr>
              <a:t>—</a:t>
            </a:r>
            <a:r>
              <a:rPr lang="zh-CN" altLang="en-US" kern="1050" dirty="0">
                <a:effectLst/>
                <a:latin typeface="Times New Roman" panose="02020603050405020304" pitchFamily="18" charset="0"/>
                <a:ea typeface="宋体" panose="02010600030101010101" pitchFamily="2" charset="-122"/>
              </a:rPr>
              <a:t>束缚过程</a:t>
            </a:r>
            <a:endParaRPr lang="en-US" altLang="zh-CN" kern="1050" dirty="0">
              <a:effectLst/>
              <a:latin typeface="Times New Roman" panose="02020603050405020304" pitchFamily="18" charset="0"/>
              <a:ea typeface="宋体" panose="02010600030101010101" pitchFamily="2" charset="-122"/>
            </a:endParaRPr>
          </a:p>
          <a:p>
            <a:pPr eaLnBrk="1" hangingPunct="1"/>
            <a:endParaRPr lang="zh-CN" altLang="en-US" dirty="0"/>
          </a:p>
        </p:txBody>
      </p:sp>
      <p:sp>
        <p:nvSpPr>
          <p:cNvPr id="6" name="Rectangle 2"/>
          <p:cNvSpPr>
            <a:spLocks noGrp="1" noChangeArrowheads="1"/>
          </p:cNvSpPr>
          <p:nvPr>
            <p:ph type="title"/>
          </p:nvPr>
        </p:nvSpPr>
        <p:spPr>
          <a:xfrm>
            <a:off x="1703512" y="44624"/>
            <a:ext cx="8401051" cy="852488"/>
          </a:xfrm>
        </p:spPr>
        <p:txBody>
          <a:bodyPr/>
          <a:lstStyle/>
          <a:p>
            <a:pPr eaLnBrk="1" hangingPunct="1"/>
            <a:r>
              <a:rPr lang="zh-CN" altLang="en-US" sz="3600" dirty="0">
                <a:latin typeface="Times New Roman" panose="02020603050405020304" pitchFamily="18" charset="0"/>
              </a:rPr>
              <a:t>语言处理层（续）</a:t>
            </a:r>
            <a:endParaRPr lang="zh-CN" altLang="en-US" sz="3600" kern="0" dirty="0">
              <a:latin typeface="Times New Roman" panose="02020603050405020304" pitchFamily="18" charset="0"/>
            </a:endParaRPr>
          </a:p>
        </p:txBody>
      </p:sp>
      <p:sp>
        <p:nvSpPr>
          <p:cNvPr id="2" name="Rectangle 2"/>
          <p:cNvSpPr>
            <a:spLocks noChangeArrowheads="1"/>
          </p:cNvSpPr>
          <p:nvPr/>
        </p:nvSpPr>
        <p:spPr bwMode="auto">
          <a:xfrm>
            <a:off x="2135560" y="2537346"/>
            <a:ext cx="309880"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8" name="文本框 7"/>
          <p:cNvSpPr txBox="1"/>
          <p:nvPr/>
        </p:nvSpPr>
        <p:spPr>
          <a:xfrm>
            <a:off x="2286143" y="5686829"/>
            <a:ext cx="7113686" cy="460375"/>
          </a:xfrm>
          <a:prstGeom prst="rect">
            <a:avLst/>
          </a:prstGeom>
          <a:noFill/>
        </p:spPr>
        <p:txBody>
          <a:bodyPr wrap="square">
            <a:spAutoFit/>
          </a:bodyPr>
          <a:lstStyle/>
          <a:p>
            <a:pPr algn="ctr">
              <a:lnSpc>
                <a:spcPct val="150000"/>
              </a:lnSpc>
            </a:pPr>
            <a:r>
              <a:rPr lang="zh-CN" altLang="zh-CN" sz="1600" b="1" kern="1050" dirty="0">
                <a:effectLst/>
                <a:latin typeface="Times New Roman" panose="02020603050405020304" pitchFamily="18" charset="0"/>
                <a:ea typeface="宋体" panose="02010600030101010101" pitchFamily="2" charset="-122"/>
              </a:rPr>
              <a:t>关系数据库管理系统中数据操纵语言语句的处理过程——束缚过程</a:t>
            </a:r>
            <a:endParaRPr lang="zh-CN" altLang="zh-CN" sz="1600" b="1" kern="1050" dirty="0">
              <a:effectLst/>
              <a:latin typeface="Times New Roman" panose="02020603050405020304" pitchFamily="18" charset="0"/>
              <a:ea typeface="宋体" panose="02010600030101010101" pitchFamily="2" charset="-122"/>
            </a:endParaRPr>
          </a:p>
        </p:txBody>
      </p:sp>
      <p:pic>
        <p:nvPicPr>
          <p:cNvPr id="4" name="图片 3"/>
          <p:cNvPicPr>
            <a:picLocks noChangeAspect="1"/>
          </p:cNvPicPr>
          <p:nvPr/>
        </p:nvPicPr>
        <p:blipFill rotWithShape="1">
          <a:blip r:embed="rId1">
            <a:extLst>
              <a:ext uri="{28A0092B-C50C-407E-A947-70E740481C1C}">
                <a14:useLocalDpi xmlns:a14="http://schemas.microsoft.com/office/drawing/2010/main" val="0"/>
              </a:ext>
            </a:extLst>
          </a:blip>
          <a:srcRect b="7638"/>
          <a:stretch>
            <a:fillRect/>
          </a:stretch>
        </p:blipFill>
        <p:spPr>
          <a:xfrm>
            <a:off x="2996841" y="1747221"/>
            <a:ext cx="5403415" cy="3821782"/>
          </a:xfrm>
          <a:prstGeom prst="rect">
            <a:avLst/>
          </a:prstGeom>
        </p:spPr>
      </p:pic>
    </p:spTree>
  </p:cSld>
  <p:clrMapOvr>
    <a:masterClrMapping/>
  </p:clrMapOvr>
  <p:transition spd="slow">
    <p:wipe dir="d"/>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宋体" panose="02010600030101010101" pitchFamily="2" charset="-122"/>
                <a:ea typeface="宋体" panose="02010600030101010101" pitchFamily="2" charset="-122"/>
              </a:rPr>
              <a:t>语言处理层（续）</a:t>
            </a:r>
            <a:endParaRPr lang="zh-CN" altLang="en-US" sz="3600" kern="0" dirty="0">
              <a:latin typeface="宋体" panose="02010600030101010101" pitchFamily="2" charset="-122"/>
              <a:ea typeface="宋体" panose="02010600030101010101" pitchFamily="2" charset="-122"/>
            </a:endParaRPr>
          </a:p>
        </p:txBody>
      </p:sp>
      <p:sp>
        <p:nvSpPr>
          <p:cNvPr id="6" name="文本框 5"/>
          <p:cNvSpPr txBox="1"/>
          <p:nvPr/>
        </p:nvSpPr>
        <p:spPr>
          <a:xfrm>
            <a:off x="839416" y="928601"/>
            <a:ext cx="10873208" cy="4765856"/>
          </a:xfrm>
          <a:prstGeom prst="rect">
            <a:avLst/>
          </a:prstGeom>
          <a:noFill/>
        </p:spPr>
        <p:txBody>
          <a:bodyPr wrap="square">
            <a:spAutoFit/>
          </a:bodyPr>
          <a:lstStyle/>
          <a:p>
            <a:pPr marL="342900" indent="269875" algn="just">
              <a:lnSpc>
                <a:spcPct val="120000"/>
              </a:lnSpc>
              <a:spcBef>
                <a:spcPts val="0"/>
              </a:spcBef>
              <a:buSzPct val="100000"/>
              <a:buFont typeface="Wingdings" panose="05000000000000000000" pitchFamily="2" charset="2"/>
              <a:buChar char="v"/>
            </a:pPr>
            <a:r>
              <a:rPr lang="zh-CN" altLang="zh-CN" sz="2800" b="1" kern="1050" dirty="0">
                <a:latin typeface="宋体" panose="02010600030101010101" pitchFamily="2" charset="-122"/>
                <a:ea typeface="宋体" panose="02010600030101010101" pitchFamily="2" charset="-122"/>
              </a:rPr>
              <a:t>数据操纵语句的处理过程</a:t>
            </a:r>
            <a:endParaRPr lang="zh-CN" altLang="zh-CN" sz="2800" b="1" kern="1050" dirty="0">
              <a:latin typeface="宋体" panose="02010600030101010101" pitchFamily="2" charset="-122"/>
              <a:ea typeface="宋体" panose="02010600030101010101" pitchFamily="2" charset="-122"/>
            </a:endParaRPr>
          </a:p>
          <a:p>
            <a:pPr marL="800100" indent="-457200" algn="just">
              <a:lnSpc>
                <a:spcPct val="120000"/>
              </a:lnSpc>
              <a:spcBef>
                <a:spcPts val="0"/>
              </a:spcBef>
              <a:buSzPct val="100000"/>
              <a:buFont typeface="Wingdings" panose="05000000000000000000" pitchFamily="2" charset="2"/>
              <a:buChar char="n"/>
            </a:pPr>
            <a:r>
              <a:rPr lang="zh-CN" altLang="en-US" sz="2400" b="1" kern="1050" dirty="0">
                <a:latin typeface="宋体" panose="02010600030101010101" pitchFamily="2" charset="-122"/>
                <a:ea typeface="宋体" panose="02010600030101010101" pitchFamily="2" charset="-122"/>
              </a:rPr>
              <a:t>（</a:t>
            </a:r>
            <a:r>
              <a:rPr lang="en-US" altLang="zh-CN" sz="2400" b="1" kern="1050" dirty="0">
                <a:latin typeface="宋体" panose="02010600030101010101" pitchFamily="2" charset="-122"/>
                <a:ea typeface="宋体" panose="02010600030101010101" pitchFamily="2" charset="-122"/>
              </a:rPr>
              <a:t>1</a:t>
            </a:r>
            <a:r>
              <a:rPr lang="zh-CN" altLang="en-US" sz="2400" b="1" kern="1050" dirty="0">
                <a:latin typeface="宋体" panose="02010600030101010101" pitchFamily="2" charset="-122"/>
                <a:ea typeface="宋体" panose="02010600030101010101" pitchFamily="2" charset="-122"/>
              </a:rPr>
              <a:t>）进行</a:t>
            </a:r>
            <a:r>
              <a:rPr lang="zh-CN" altLang="zh-CN" sz="2400" b="1" kern="1050" dirty="0">
                <a:latin typeface="宋体" panose="02010600030101010101" pitchFamily="2" charset="-122"/>
                <a:ea typeface="宋体" panose="02010600030101010101" pitchFamily="2" charset="-122"/>
              </a:rPr>
              <a:t>词法分析和语法分析，并把外部关系名、属性名转换为内部名</a:t>
            </a:r>
            <a:endParaRPr lang="en-US" altLang="zh-CN" sz="2400" b="1" kern="1050" dirty="0">
              <a:latin typeface="宋体" panose="02010600030101010101" pitchFamily="2" charset="-122"/>
              <a:ea typeface="宋体" panose="02010600030101010101" pitchFamily="2" charset="-122"/>
            </a:endParaRPr>
          </a:p>
          <a:p>
            <a:pPr marL="1409700" lvl="1" indent="-457200" algn="just">
              <a:lnSpc>
                <a:spcPct val="120000"/>
              </a:lnSpc>
              <a:spcBef>
                <a:spcPts val="0"/>
              </a:spcBef>
              <a:buSzPct val="100000"/>
              <a:buFont typeface="Wingdings" panose="05000000000000000000" pitchFamily="2" charset="2"/>
              <a:buChar char="l"/>
            </a:pPr>
            <a:r>
              <a:rPr lang="zh-CN" altLang="zh-CN" sz="2200" b="1" kern="1050" dirty="0">
                <a:latin typeface="宋体" panose="02010600030101010101" pitchFamily="2" charset="-122"/>
                <a:ea typeface="宋体" panose="02010600030101010101" pitchFamily="2" charset="-122"/>
              </a:rPr>
              <a:t>符号名转换过程中需存取数据字典</a:t>
            </a:r>
            <a:endParaRPr lang="en-US" altLang="zh-CN" sz="2200" b="1" kern="1050" dirty="0">
              <a:latin typeface="宋体" panose="02010600030101010101" pitchFamily="2" charset="-122"/>
              <a:ea typeface="宋体" panose="02010600030101010101" pitchFamily="2" charset="-122"/>
            </a:endParaRPr>
          </a:p>
          <a:p>
            <a:pPr marL="1409700" lvl="1" indent="-457200" algn="just">
              <a:lnSpc>
                <a:spcPct val="120000"/>
              </a:lnSpc>
              <a:spcBef>
                <a:spcPts val="0"/>
              </a:spcBef>
              <a:buSzPct val="100000"/>
              <a:buFont typeface="Wingdings" panose="05000000000000000000" pitchFamily="2" charset="2"/>
              <a:buChar char="l"/>
            </a:pPr>
            <a:r>
              <a:rPr lang="zh-CN" altLang="zh-CN" sz="2200" b="1" kern="1050" dirty="0">
                <a:latin typeface="宋体" panose="02010600030101010101" pitchFamily="2" charset="-122"/>
                <a:ea typeface="宋体" panose="02010600030101010101" pitchFamily="2" charset="-122"/>
              </a:rPr>
              <a:t>词法和语法分析后生成语法分析树</a:t>
            </a:r>
            <a:endParaRPr lang="zh-CN" altLang="zh-CN" sz="2200" b="1" kern="1050" dirty="0">
              <a:latin typeface="宋体" panose="02010600030101010101" pitchFamily="2" charset="-122"/>
              <a:ea typeface="宋体" panose="02010600030101010101" pitchFamily="2" charset="-122"/>
            </a:endParaRPr>
          </a:p>
          <a:p>
            <a:pPr marL="800100" indent="-457200" algn="just">
              <a:lnSpc>
                <a:spcPct val="120000"/>
              </a:lnSpc>
              <a:spcBef>
                <a:spcPts val="0"/>
              </a:spcBef>
              <a:buSzPct val="100000"/>
              <a:buFont typeface="Wingdings" panose="05000000000000000000" pitchFamily="2" charset="2"/>
              <a:buChar char="n"/>
            </a:pPr>
            <a:r>
              <a:rPr lang="zh-CN" altLang="en-US" sz="2400" b="1" kern="1050" dirty="0">
                <a:latin typeface="宋体" panose="02010600030101010101" pitchFamily="2" charset="-122"/>
                <a:ea typeface="宋体" panose="02010600030101010101" pitchFamily="2" charset="-122"/>
              </a:rPr>
              <a:t>（</a:t>
            </a:r>
            <a:r>
              <a:rPr lang="en-US" altLang="zh-CN" sz="2400" b="1" kern="1050" dirty="0">
                <a:latin typeface="宋体" panose="02010600030101010101" pitchFamily="2" charset="-122"/>
                <a:ea typeface="宋体" panose="02010600030101010101" pitchFamily="2" charset="-122"/>
              </a:rPr>
              <a:t>2</a:t>
            </a:r>
            <a:r>
              <a:rPr lang="zh-CN" altLang="en-US" sz="2400" b="1" kern="1050" dirty="0">
                <a:latin typeface="宋体" panose="02010600030101010101" pitchFamily="2" charset="-122"/>
                <a:ea typeface="宋体" panose="02010600030101010101" pitchFamily="2" charset="-122"/>
              </a:rPr>
              <a:t>）</a:t>
            </a:r>
            <a:r>
              <a:rPr lang="zh-CN" altLang="zh-CN" sz="2400" b="1" kern="1050" dirty="0">
                <a:latin typeface="宋体" panose="02010600030101010101" pitchFamily="2" charset="-122"/>
                <a:ea typeface="宋体" panose="02010600030101010101" pitchFamily="2" charset="-122"/>
              </a:rPr>
              <a:t>根据数据字典中的内容进行查询检查，包括</a:t>
            </a:r>
            <a:r>
              <a:rPr lang="zh-CN" altLang="en-US" sz="2400" b="1" kern="1050" dirty="0">
                <a:latin typeface="宋体" panose="02010600030101010101" pitchFamily="2" charset="-122"/>
                <a:ea typeface="宋体" panose="02010600030101010101" pitchFamily="2" charset="-122"/>
              </a:rPr>
              <a:t>语义检查、</a:t>
            </a:r>
            <a:r>
              <a:rPr lang="zh-CN" altLang="zh-CN" sz="2400" b="1" kern="1050" dirty="0">
                <a:latin typeface="宋体" panose="02010600030101010101" pitchFamily="2" charset="-122"/>
                <a:ea typeface="宋体" panose="02010600030101010101" pitchFamily="2" charset="-122"/>
              </a:rPr>
              <a:t>审核用户的存取权限</a:t>
            </a:r>
            <a:r>
              <a:rPr lang="zh-CN" altLang="en-US" sz="2400" b="1" kern="1050" dirty="0">
                <a:latin typeface="宋体" panose="02010600030101010101" pitchFamily="2" charset="-122"/>
                <a:ea typeface="宋体" panose="02010600030101010101" pitchFamily="2" charset="-122"/>
              </a:rPr>
              <a:t>、</a:t>
            </a:r>
            <a:r>
              <a:rPr lang="zh-CN" altLang="zh-CN" sz="2400" b="1" kern="1050" dirty="0">
                <a:latin typeface="宋体" panose="02010600030101010101" pitchFamily="2" charset="-122"/>
                <a:ea typeface="宋体" panose="02010600030101010101" pitchFamily="2" charset="-122"/>
              </a:rPr>
              <a:t>完整性检查</a:t>
            </a:r>
            <a:r>
              <a:rPr lang="zh-CN" altLang="en-US" sz="2400" b="1" kern="1050" dirty="0">
                <a:latin typeface="宋体" panose="02010600030101010101" pitchFamily="2" charset="-122"/>
                <a:ea typeface="宋体" panose="02010600030101010101" pitchFamily="2" charset="-122"/>
              </a:rPr>
              <a:t>和视图消解</a:t>
            </a:r>
            <a:r>
              <a:rPr lang="zh-CN" altLang="zh-CN" sz="2400" b="1" kern="1050" dirty="0">
                <a:latin typeface="宋体" panose="02010600030101010101" pitchFamily="2" charset="-122"/>
                <a:ea typeface="宋体" panose="02010600030101010101" pitchFamily="2" charset="-122"/>
              </a:rPr>
              <a:t>。</a:t>
            </a:r>
            <a:endParaRPr lang="zh-CN" altLang="zh-CN" sz="2400" b="1" kern="1050" dirty="0">
              <a:latin typeface="宋体" panose="02010600030101010101" pitchFamily="2" charset="-122"/>
              <a:ea typeface="宋体" panose="02010600030101010101" pitchFamily="2" charset="-122"/>
            </a:endParaRPr>
          </a:p>
          <a:p>
            <a:pPr marL="1409700" lvl="1" indent="-457200" algn="just">
              <a:lnSpc>
                <a:spcPct val="120000"/>
              </a:lnSpc>
              <a:spcBef>
                <a:spcPts val="0"/>
              </a:spcBef>
              <a:buSzPct val="100000"/>
              <a:buFont typeface="Wingdings" panose="05000000000000000000" pitchFamily="2" charset="2"/>
              <a:buChar char="l"/>
            </a:pPr>
            <a:r>
              <a:rPr lang="zh-CN" altLang="zh-CN" sz="2200" b="1" kern="1050" dirty="0">
                <a:latin typeface="宋体" panose="02010600030101010101" pitchFamily="2" charset="-122"/>
                <a:ea typeface="宋体" panose="02010600030101010101" pitchFamily="2" charset="-122"/>
              </a:rPr>
              <a:t>完整性检查</a:t>
            </a:r>
            <a:r>
              <a:rPr lang="zh-CN" altLang="en-US" sz="2200" b="1" kern="1050" dirty="0">
                <a:latin typeface="宋体" panose="02010600030101010101" pitchFamily="2" charset="-122"/>
                <a:ea typeface="宋体" panose="02010600030101010101" pitchFamily="2" charset="-122"/>
              </a:rPr>
              <a:t>：</a:t>
            </a:r>
            <a:r>
              <a:rPr lang="zh-CN" altLang="zh-CN" sz="2200" b="1" kern="1050" dirty="0">
                <a:latin typeface="宋体" panose="02010600030101010101" pitchFamily="2" charset="-122"/>
                <a:ea typeface="宋体" panose="02010600030101010101" pitchFamily="2" charset="-122"/>
              </a:rPr>
              <a:t>查询检查的重要内容</a:t>
            </a:r>
            <a:endParaRPr lang="en-US" altLang="zh-CN" sz="2200" b="1" kern="1050" dirty="0">
              <a:latin typeface="宋体" panose="02010600030101010101" pitchFamily="2" charset="-122"/>
              <a:ea typeface="宋体" panose="02010600030101010101" pitchFamily="2" charset="-122"/>
            </a:endParaRPr>
          </a:p>
          <a:p>
            <a:pPr marL="1409700" lvl="1" indent="-457200" algn="just">
              <a:lnSpc>
                <a:spcPct val="120000"/>
              </a:lnSpc>
              <a:spcBef>
                <a:spcPts val="0"/>
              </a:spcBef>
              <a:buSzPct val="100000"/>
              <a:buFont typeface="Wingdings" panose="05000000000000000000" pitchFamily="2" charset="2"/>
              <a:buChar char="l"/>
            </a:pPr>
            <a:r>
              <a:rPr lang="zh-CN" altLang="zh-CN" sz="2200" b="1" kern="1050" dirty="0">
                <a:latin typeface="宋体" panose="02010600030101010101" pitchFamily="2" charset="-122"/>
                <a:ea typeface="宋体" panose="02010600030101010101" pitchFamily="2" charset="-122"/>
              </a:rPr>
              <a:t>视图消解，也称为视图转换</a:t>
            </a:r>
            <a:endParaRPr lang="en-US" altLang="zh-CN" sz="2200" b="1" kern="1050" dirty="0">
              <a:latin typeface="宋体" panose="02010600030101010101" pitchFamily="2" charset="-122"/>
              <a:ea typeface="宋体" panose="02010600030101010101" pitchFamily="2" charset="-122"/>
            </a:endParaRPr>
          </a:p>
          <a:p>
            <a:pPr marL="800100" indent="-457200" algn="just">
              <a:lnSpc>
                <a:spcPct val="120000"/>
              </a:lnSpc>
              <a:spcBef>
                <a:spcPts val="0"/>
              </a:spcBef>
              <a:buSzPct val="100000"/>
              <a:buFont typeface="Wingdings" panose="05000000000000000000" pitchFamily="2" charset="2"/>
              <a:buChar char="n"/>
            </a:pPr>
            <a:r>
              <a:rPr lang="zh-CN" altLang="zh-CN" sz="2400" b="1" kern="1050" dirty="0">
                <a:latin typeface="宋体" panose="02010600030101010101" pitchFamily="2" charset="-122"/>
                <a:ea typeface="宋体" panose="02010600030101010101" pitchFamily="2" charset="-122"/>
              </a:rPr>
              <a:t>（</a:t>
            </a:r>
            <a:r>
              <a:rPr lang="en-US" altLang="zh-CN" sz="2400" b="1" kern="1050" dirty="0">
                <a:latin typeface="宋体" panose="02010600030101010101" pitchFamily="2" charset="-122"/>
                <a:ea typeface="宋体" panose="02010600030101010101" pitchFamily="2" charset="-122"/>
              </a:rPr>
              <a:t>3</a:t>
            </a:r>
            <a:r>
              <a:rPr lang="zh-CN" altLang="zh-CN" sz="2400" b="1" kern="1050" dirty="0">
                <a:latin typeface="宋体" panose="02010600030101010101" pitchFamily="2" charset="-122"/>
                <a:ea typeface="宋体" panose="02010600030101010101" pitchFamily="2" charset="-122"/>
              </a:rPr>
              <a:t>）对查询进行优化</a:t>
            </a:r>
            <a:endParaRPr lang="en-US" altLang="zh-CN" sz="2400" b="1" kern="1050" dirty="0">
              <a:latin typeface="宋体" panose="02010600030101010101" pitchFamily="2" charset="-122"/>
              <a:ea typeface="宋体" panose="02010600030101010101" pitchFamily="2" charset="-122"/>
            </a:endParaRPr>
          </a:p>
          <a:p>
            <a:pPr marL="1409700" lvl="1" indent="-457200" algn="just">
              <a:lnSpc>
                <a:spcPct val="120000"/>
              </a:lnSpc>
              <a:spcBef>
                <a:spcPts val="0"/>
              </a:spcBef>
              <a:buSzPct val="100000"/>
              <a:buFont typeface="Wingdings" panose="05000000000000000000" pitchFamily="2" charset="2"/>
              <a:buChar char="l"/>
            </a:pPr>
            <a:r>
              <a:rPr lang="zh-CN" altLang="zh-CN" sz="2200" b="1" kern="1050" dirty="0">
                <a:latin typeface="宋体" panose="02010600030101010101" pitchFamily="2" charset="-122"/>
                <a:ea typeface="宋体" panose="02010600030101010101" pitchFamily="2" charset="-122"/>
              </a:rPr>
              <a:t>代数优化</a:t>
            </a:r>
            <a:endParaRPr lang="en-US" altLang="zh-CN" sz="2200" b="1" kern="1050" dirty="0">
              <a:latin typeface="宋体" panose="02010600030101010101" pitchFamily="2" charset="-122"/>
              <a:ea typeface="宋体" panose="02010600030101010101" pitchFamily="2" charset="-122"/>
            </a:endParaRPr>
          </a:p>
          <a:p>
            <a:pPr marL="1409700" lvl="1" indent="-457200" algn="just">
              <a:lnSpc>
                <a:spcPct val="120000"/>
              </a:lnSpc>
              <a:spcBef>
                <a:spcPts val="0"/>
              </a:spcBef>
              <a:buSzPct val="100000"/>
              <a:buFont typeface="Wingdings" panose="05000000000000000000" pitchFamily="2" charset="2"/>
              <a:buChar char="l"/>
            </a:pPr>
            <a:r>
              <a:rPr lang="zh-CN" altLang="en-US" sz="2200" b="1" kern="1050" dirty="0">
                <a:latin typeface="宋体" panose="02010600030101010101" pitchFamily="2" charset="-122"/>
                <a:ea typeface="宋体" panose="02010600030101010101" pitchFamily="2" charset="-122"/>
              </a:rPr>
              <a:t>物理优化（</a:t>
            </a:r>
            <a:r>
              <a:rPr lang="zh-CN" altLang="zh-CN" sz="2200" b="1" kern="1050" dirty="0">
                <a:latin typeface="宋体" panose="02010600030101010101" pitchFamily="2" charset="-122"/>
                <a:ea typeface="宋体" panose="02010600030101010101" pitchFamily="2" charset="-122"/>
              </a:rPr>
              <a:t>存取路径优化</a:t>
            </a:r>
            <a:r>
              <a:rPr lang="zh-CN" altLang="en-US" sz="2200" b="1" kern="1050" dirty="0">
                <a:latin typeface="宋体" panose="02010600030101010101" pitchFamily="2" charset="-122"/>
                <a:ea typeface="宋体" panose="02010600030101010101" pitchFamily="2" charset="-122"/>
              </a:rPr>
              <a:t>）</a:t>
            </a:r>
            <a:endParaRPr lang="zh-CN" altLang="en-US" sz="2200" b="1" kern="105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dirty="0">
                <a:latin typeface="宋体" panose="02010600030101010101" pitchFamily="2" charset="-122"/>
                <a:ea typeface="宋体" panose="02010600030101010101" pitchFamily="2" charset="-122"/>
              </a:rPr>
              <a:t>语言处理层（续）</a:t>
            </a:r>
            <a:endParaRPr lang="zh-CN" altLang="en-US" sz="3600" kern="0" dirty="0">
              <a:latin typeface="宋体" panose="02010600030101010101" pitchFamily="2" charset="-122"/>
              <a:ea typeface="宋体" panose="02010600030101010101" pitchFamily="2" charset="-122"/>
            </a:endParaRPr>
          </a:p>
        </p:txBody>
      </p:sp>
      <p:sp>
        <p:nvSpPr>
          <p:cNvPr id="5" name="Text Box 4"/>
          <p:cNvSpPr txBox="1">
            <a:spLocks noChangeArrowheads="1"/>
          </p:cNvSpPr>
          <p:nvPr/>
        </p:nvSpPr>
        <p:spPr bwMode="auto">
          <a:xfrm>
            <a:off x="1487488" y="3582989"/>
            <a:ext cx="316071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ts val="18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ts val="18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 typeface="Arial" panose="020B0604020202020204" pitchFamily="34" charset="0"/>
              <a:buNone/>
            </a:pPr>
            <a:r>
              <a:rPr lang="zh-CN" altLang="en-US" dirty="0">
                <a:latin typeface="宋体" panose="02010600030101010101" pitchFamily="2" charset="-122"/>
              </a:rPr>
              <a:t>数据操纵语言语句</a:t>
            </a:r>
            <a:r>
              <a:rPr lang="zh-CN" altLang="en-US" dirty="0"/>
              <a:t> </a:t>
            </a:r>
            <a:endParaRPr lang="zh-CN" altLang="en-US" dirty="0"/>
          </a:p>
        </p:txBody>
      </p:sp>
      <p:grpSp>
        <p:nvGrpSpPr>
          <p:cNvPr id="8" name="Group 11"/>
          <p:cNvGrpSpPr/>
          <p:nvPr/>
        </p:nvGrpSpPr>
        <p:grpSpPr bwMode="auto">
          <a:xfrm>
            <a:off x="4648200" y="2259012"/>
            <a:ext cx="2743200" cy="1371599"/>
            <a:chOff x="2400" y="2784"/>
            <a:chExt cx="1488" cy="1152"/>
          </a:xfrm>
        </p:grpSpPr>
        <p:sp>
          <p:nvSpPr>
            <p:cNvPr id="9" name="AutoShape 10"/>
            <p:cNvSpPr>
              <a:spLocks noChangeArrowheads="1"/>
            </p:cNvSpPr>
            <p:nvPr/>
          </p:nvSpPr>
          <p:spPr bwMode="auto">
            <a:xfrm>
              <a:off x="2400" y="2784"/>
              <a:ext cx="1488" cy="1152"/>
            </a:xfrm>
            <a:prstGeom prst="irregularSeal1">
              <a:avLst/>
            </a:prstGeom>
            <a:solidFill>
              <a:srgbClr val="CCFF99"/>
            </a:solidFill>
            <a:ln w="9525">
              <a:solidFill>
                <a:schemeClr val="tx1"/>
              </a:solidFill>
              <a:miter lim="800000"/>
            </a:ln>
          </p:spPr>
          <p:txBody>
            <a:bodyPr wrap="none" anchor="ctr"/>
            <a:lstStyle>
              <a:lvl1pPr>
                <a:spcBef>
                  <a:spcPts val="18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ts val="18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0"/>
                </a:spcBef>
                <a:buSzTx/>
                <a:buFont typeface="Arial" panose="020B0604020202020204" pitchFamily="34" charset="0"/>
                <a:buNone/>
              </a:pPr>
              <a:endParaRPr lang="zh-CN" altLang="en-US" sz="1800" b="0"/>
            </a:p>
          </p:txBody>
        </p:sp>
        <p:sp>
          <p:nvSpPr>
            <p:cNvPr id="10" name="Text Box 5"/>
            <p:cNvSpPr txBox="1">
              <a:spLocks noChangeArrowheads="1"/>
            </p:cNvSpPr>
            <p:nvPr/>
          </p:nvSpPr>
          <p:spPr bwMode="auto">
            <a:xfrm>
              <a:off x="2640" y="3166"/>
              <a:ext cx="1248" cy="6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ts val="18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ts val="18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 typeface="Arial" panose="020B0604020202020204" pitchFamily="34" charset="0"/>
                <a:buNone/>
              </a:pPr>
              <a:r>
                <a:rPr lang="zh-CN" altLang="en-US" sz="2400" dirty="0">
                  <a:solidFill>
                    <a:srgbClr val="FF0000"/>
                  </a:solidFill>
                  <a:latin typeface="宋体" panose="02010600030101010101" pitchFamily="2" charset="-122"/>
                </a:rPr>
                <a:t>束缚</a:t>
              </a:r>
              <a:r>
                <a:rPr lang="zh-CN" altLang="en-US" sz="2400" dirty="0">
                  <a:solidFill>
                    <a:srgbClr val="FF0000"/>
                  </a:solidFill>
                </a:rPr>
                <a:t>(</a:t>
              </a:r>
              <a:r>
                <a:rPr lang="en-US" altLang="zh-CN" sz="2400" dirty="0">
                  <a:solidFill>
                    <a:srgbClr val="FF0000"/>
                  </a:solidFill>
                </a:rPr>
                <a:t>binding) </a:t>
              </a:r>
              <a:endParaRPr lang="zh-CN" altLang="en-US" sz="2400" dirty="0">
                <a:solidFill>
                  <a:srgbClr val="FF0000"/>
                </a:solidFill>
              </a:endParaRPr>
            </a:p>
          </p:txBody>
        </p:sp>
      </p:grpSp>
      <p:sp>
        <p:nvSpPr>
          <p:cNvPr id="11" name="Text Box 6"/>
          <p:cNvSpPr txBox="1">
            <a:spLocks noChangeArrowheads="1"/>
          </p:cNvSpPr>
          <p:nvPr/>
        </p:nvSpPr>
        <p:spPr bwMode="auto">
          <a:xfrm>
            <a:off x="7239000" y="3230563"/>
            <a:ext cx="2514600"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ts val="18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ts val="18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 typeface="Arial" panose="020B0604020202020204" pitchFamily="34" charset="0"/>
              <a:buNone/>
            </a:pPr>
            <a:r>
              <a:rPr lang="zh-CN" altLang="en-US" dirty="0">
                <a:latin typeface="宋体" panose="02010600030101010101" pitchFamily="2" charset="-122"/>
              </a:rPr>
              <a:t>一串可执行的存取动作</a:t>
            </a:r>
            <a:endParaRPr lang="zh-CN" altLang="en-US" dirty="0"/>
          </a:p>
        </p:txBody>
      </p:sp>
      <p:sp>
        <p:nvSpPr>
          <p:cNvPr id="12" name="AutoShape 7"/>
          <p:cNvSpPr>
            <a:spLocks noChangeArrowheads="1"/>
          </p:cNvSpPr>
          <p:nvPr/>
        </p:nvSpPr>
        <p:spPr bwMode="auto">
          <a:xfrm>
            <a:off x="4495800" y="3630614"/>
            <a:ext cx="2743200" cy="342900"/>
          </a:xfrm>
          <a:prstGeom prst="rightArrow">
            <a:avLst>
              <a:gd name="adj1" fmla="val 50000"/>
              <a:gd name="adj2" fmla="val 150000"/>
            </a:avLst>
          </a:prstGeom>
          <a:solidFill>
            <a:srgbClr val="CCFF99"/>
          </a:solidFill>
          <a:ln w="9525">
            <a:solidFill>
              <a:schemeClr val="tx1"/>
            </a:solidFill>
            <a:miter lim="800000"/>
          </a:ln>
        </p:spPr>
        <p:txBody>
          <a:bodyPr wrap="none" anchor="ctr"/>
          <a:lstStyle>
            <a:lvl1pPr>
              <a:spcBef>
                <a:spcPts val="18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ts val="18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0"/>
              </a:spcBef>
              <a:buSzTx/>
              <a:buFont typeface="Arial" panose="020B0604020202020204" pitchFamily="34" charset="0"/>
              <a:buNone/>
            </a:pPr>
            <a:endParaRPr lang="zh-CN" altLang="en-US" sz="1800" b="0"/>
          </a:p>
        </p:txBody>
      </p:sp>
      <p:sp>
        <p:nvSpPr>
          <p:cNvPr id="13" name="Text Box 8"/>
          <p:cNvSpPr txBox="1">
            <a:spLocks noChangeArrowheads="1"/>
          </p:cNvSpPr>
          <p:nvPr/>
        </p:nvSpPr>
        <p:spPr bwMode="auto">
          <a:xfrm>
            <a:off x="7239000" y="1916115"/>
            <a:ext cx="30480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ts val="18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ts val="18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algn="just" eaLnBrk="1" hangingPunct="1">
              <a:spcBef>
                <a:spcPct val="50000"/>
              </a:spcBef>
              <a:buSzTx/>
              <a:buFont typeface="Arial" panose="020B0604020202020204" pitchFamily="34" charset="0"/>
              <a:buNone/>
            </a:pPr>
            <a:r>
              <a:rPr lang="zh-CN" altLang="en-US" sz="1800" dirty="0">
                <a:latin typeface="宋体" panose="02010600030101010101" pitchFamily="2" charset="-122"/>
              </a:rPr>
              <a:t>相当于一个小编译器</a:t>
            </a:r>
            <a:r>
              <a:rPr lang="zh-CN" altLang="en-US" sz="1800" b="0" dirty="0"/>
              <a:t> </a:t>
            </a:r>
            <a:endParaRPr lang="zh-CN" altLang="en-US" sz="1800" b="0" dirty="0"/>
          </a:p>
        </p:txBody>
      </p:sp>
      <p:sp>
        <p:nvSpPr>
          <p:cNvPr id="14" name="Freeform 14"/>
          <p:cNvSpPr/>
          <p:nvPr/>
        </p:nvSpPr>
        <p:spPr bwMode="auto">
          <a:xfrm>
            <a:off x="6324600" y="2201863"/>
            <a:ext cx="1219200" cy="285751"/>
          </a:xfrm>
          <a:custGeom>
            <a:avLst/>
            <a:gdLst>
              <a:gd name="T0" fmla="*/ 0 w 1104"/>
              <a:gd name="T1" fmla="*/ 2147483646 h 392"/>
              <a:gd name="T2" fmla="*/ 2147483646 w 1104"/>
              <a:gd name="T3" fmla="*/ 2147483646 h 392"/>
              <a:gd name="T4" fmla="*/ 2147483646 w 1104"/>
              <a:gd name="T5" fmla="*/ 2147483646 h 392"/>
              <a:gd name="T6" fmla="*/ 2147483646 w 1104"/>
              <a:gd name="T7" fmla="*/ 2147483646 h 392"/>
              <a:gd name="T8" fmla="*/ 0 60000 65536"/>
              <a:gd name="T9" fmla="*/ 0 60000 65536"/>
              <a:gd name="T10" fmla="*/ 0 60000 65536"/>
              <a:gd name="T11" fmla="*/ 0 60000 65536"/>
              <a:gd name="T12" fmla="*/ 0 w 1104"/>
              <a:gd name="T13" fmla="*/ 0 h 392"/>
              <a:gd name="T14" fmla="*/ 1104 w 1104"/>
              <a:gd name="T15" fmla="*/ 392 h 392"/>
            </a:gdLst>
            <a:ahLst/>
            <a:cxnLst>
              <a:cxn ang="T8">
                <a:pos x="T0" y="T1"/>
              </a:cxn>
              <a:cxn ang="T9">
                <a:pos x="T2" y="T3"/>
              </a:cxn>
              <a:cxn ang="T10">
                <a:pos x="T4" y="T5"/>
              </a:cxn>
              <a:cxn ang="T11">
                <a:pos x="T6" y="T7"/>
              </a:cxn>
            </a:cxnLst>
            <a:rect l="T12" t="T13" r="T14" b="T15"/>
            <a:pathLst>
              <a:path w="1104" h="392">
                <a:moveTo>
                  <a:pt x="0" y="392"/>
                </a:moveTo>
                <a:cubicBezTo>
                  <a:pt x="264" y="204"/>
                  <a:pt x="528" y="16"/>
                  <a:pt x="624" y="8"/>
                </a:cubicBezTo>
                <a:cubicBezTo>
                  <a:pt x="720" y="0"/>
                  <a:pt x="496" y="344"/>
                  <a:pt x="576" y="344"/>
                </a:cubicBezTo>
                <a:cubicBezTo>
                  <a:pt x="656" y="344"/>
                  <a:pt x="1016" y="64"/>
                  <a:pt x="1104" y="8"/>
                </a:cubicBezTo>
              </a:path>
            </a:pathLst>
          </a:custGeom>
          <a:noFill/>
          <a:ln w="28575" cap="flat" cmpd="sng">
            <a:solidFill>
              <a:schemeClr val="tx1"/>
            </a:solidFill>
            <a:prstDash val="solid"/>
            <a:miter lim="800000"/>
            <a:headEnd type="triangle" w="med" len="med"/>
            <a:tailEnd type="none" w="med" len="med"/>
          </a:ln>
          <a:extLst>
            <a:ext uri="{909E8E84-426E-40DD-AFC4-6F175D3DCCD1}">
              <a14:hiddenFill xmlns:a14="http://schemas.microsoft.com/office/drawing/2010/main">
                <a:solidFill>
                  <a:srgbClr val="FFFFFF"/>
                </a:solidFill>
              </a14:hiddenFill>
            </a:ext>
          </a:extLst>
        </p:spPr>
        <p:txBody>
          <a:bodyPr wrap="none"/>
          <a:lstStyle/>
          <a:p>
            <a:endParaRPr lang="zh-CN" altLang="en-US"/>
          </a:p>
        </p:txBody>
      </p:sp>
      <p:sp>
        <p:nvSpPr>
          <p:cNvPr id="15" name="文本框 14"/>
          <p:cNvSpPr txBox="1"/>
          <p:nvPr/>
        </p:nvSpPr>
        <p:spPr>
          <a:xfrm>
            <a:off x="2237326" y="1118600"/>
            <a:ext cx="5306474" cy="521970"/>
          </a:xfrm>
          <a:prstGeom prst="rect">
            <a:avLst/>
          </a:prstGeom>
          <a:gradFill>
            <a:gsLst>
              <a:gs pos="0">
                <a:schemeClr val="accent5">
                  <a:lumMod val="20000"/>
                  <a:lumOff val="80000"/>
                </a:schemeClr>
              </a:gs>
              <a:gs pos="95000">
                <a:srgbClr val="99FF99"/>
              </a:gs>
            </a:gsLst>
            <a:lin ang="5400000" scaled="1"/>
          </a:gradFill>
        </p:spPr>
        <p:txBody>
          <a:bodyPr wrap="square" rtlCol="0">
            <a:spAutoFit/>
          </a:bodyPr>
          <a:lstStyle/>
          <a:p>
            <a:r>
              <a:rPr lang="zh-CN" altLang="zh-CN" sz="2800" kern="1050" dirty="0">
                <a:solidFill>
                  <a:srgbClr val="000000"/>
                </a:solidFill>
                <a:latin typeface="Times New Roman" panose="02020603050405020304" pitchFamily="18" charset="0"/>
                <a:cs typeface="Times New Roman" panose="02020603050405020304" pitchFamily="18" charset="0"/>
              </a:rPr>
              <a:t>逐步</a:t>
            </a:r>
            <a:r>
              <a:rPr lang="zh-CN" altLang="zh-CN" sz="2800" kern="105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rPr>
              <a:t>束缚的</a:t>
            </a:r>
            <a:r>
              <a:rPr lang="zh-CN" altLang="zh-CN" sz="2800" kern="1050" dirty="0">
                <a:solidFill>
                  <a:srgbClr val="000000"/>
                </a:solidFill>
                <a:latin typeface="Arial" panose="020B0604020202020204" pitchFamily="34" charset="0"/>
                <a:cs typeface="Arial" panose="020B0604020202020204" pitchFamily="34" charset="0"/>
              </a:rPr>
              <a:t>（</a:t>
            </a:r>
            <a:r>
              <a:rPr lang="en-US" altLang="zh-CN" sz="2800" b="1" kern="1050" dirty="0">
                <a:solidFill>
                  <a:srgbClr val="000000"/>
                </a:solidFill>
                <a:latin typeface="Arial" panose="020B0604020202020204" pitchFamily="34" charset="0"/>
                <a:cs typeface="Arial" panose="020B0604020202020204" pitchFamily="34" charset="0"/>
              </a:rPr>
              <a:t>binding</a:t>
            </a:r>
            <a:r>
              <a:rPr lang="zh-CN" altLang="zh-CN" sz="2800" kern="1050" dirty="0">
                <a:solidFill>
                  <a:srgbClr val="000000"/>
                </a:solidFill>
                <a:latin typeface="Arial" panose="020B0604020202020204" pitchFamily="34" charset="0"/>
                <a:cs typeface="Arial" panose="020B0604020202020204" pitchFamily="34" charset="0"/>
              </a:rPr>
              <a:t>）</a:t>
            </a:r>
            <a:r>
              <a:rPr lang="zh-CN" altLang="zh-CN" sz="2800" kern="1050" dirty="0">
                <a:solidFill>
                  <a:srgbClr val="000000"/>
                </a:solidFill>
                <a:latin typeface="Times New Roman" panose="02020603050405020304" pitchFamily="18" charset="0"/>
                <a:cs typeface="Times New Roman" panose="02020603050405020304" pitchFamily="18" charset="0"/>
              </a:rPr>
              <a:t>过程</a:t>
            </a:r>
            <a:endParaRPr lang="zh-CN" altLang="en-US" sz="2800" dirty="0"/>
          </a:p>
        </p:txBody>
      </p:sp>
    </p:spTree>
  </p:cSld>
  <p:clrMapOvr>
    <a:masterClrMapping/>
  </p:clrMapOvr>
  <p:transition spd="slow">
    <p:wipe dir="d"/>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775520" y="23811"/>
            <a:ext cx="8401051" cy="852488"/>
          </a:xfrm>
        </p:spPr>
        <p:txBody>
          <a:bodyPr/>
          <a:lstStyle/>
          <a:p>
            <a:pPr eaLnBrk="1" hangingPunct="1"/>
            <a:r>
              <a:rPr lang="zh-CN" altLang="zh-CN" sz="3600" dirty="0"/>
              <a:t>第</a:t>
            </a:r>
            <a:r>
              <a:rPr lang="en-US" altLang="zh-CN" sz="3600" dirty="0"/>
              <a:t>13</a:t>
            </a:r>
            <a:r>
              <a:rPr lang="zh-CN" altLang="zh-CN" sz="3600" dirty="0"/>
              <a:t>章  </a:t>
            </a:r>
            <a:r>
              <a:rPr lang="zh-CN" altLang="en-US" sz="3600" dirty="0"/>
              <a:t>数据库管理系统概述</a:t>
            </a:r>
            <a:endParaRPr lang="zh-CN" altLang="en-US" sz="3600" dirty="0"/>
          </a:p>
        </p:txBody>
      </p:sp>
      <p:sp>
        <p:nvSpPr>
          <p:cNvPr id="9219" name="Rectangle 3"/>
          <p:cNvSpPr>
            <a:spLocks noGrp="1" noChangeArrowheads="1"/>
          </p:cNvSpPr>
          <p:nvPr>
            <p:ph type="body" idx="1"/>
          </p:nvPr>
        </p:nvSpPr>
        <p:spPr>
          <a:xfrm>
            <a:off x="2195513" y="1316766"/>
            <a:ext cx="7056139" cy="4225124"/>
          </a:xfrm>
        </p:spPr>
        <p:txBody>
          <a:bodyPr>
            <a:normAutofit lnSpcReduction="10000"/>
          </a:bodyPr>
          <a:lstStyle/>
          <a:p>
            <a:pPr marL="342900" lvl="1" indent="-342900" algn="just" eaLnBrk="1" hangingPunct="1">
              <a:lnSpc>
                <a:spcPct val="130000"/>
              </a:lnSpc>
              <a:spcBef>
                <a:spcPct val="20000"/>
              </a:spcBef>
              <a:buNone/>
              <a:defRPr/>
            </a:pPr>
            <a:r>
              <a:rPr lang="en-US" altLang="zh-CN" sz="2800" dirty="0">
                <a:cs typeface="+mn-cs"/>
              </a:rPr>
              <a:t>13.1</a:t>
            </a:r>
            <a:r>
              <a:rPr lang="zh-CN" altLang="en-US" sz="2800" dirty="0">
                <a:cs typeface="+mn-cs"/>
              </a:rPr>
              <a:t> 数据库管理系统的基本功能</a:t>
            </a:r>
            <a:endParaRPr lang="zh-CN" altLang="en-US" sz="2800" dirty="0">
              <a:cs typeface="+mn-cs"/>
            </a:endParaRPr>
          </a:p>
          <a:p>
            <a:pPr marL="342900" lvl="1" indent="-342900" algn="just" eaLnBrk="1" hangingPunct="1">
              <a:lnSpc>
                <a:spcPct val="130000"/>
              </a:lnSpc>
              <a:spcBef>
                <a:spcPct val="20000"/>
              </a:spcBef>
              <a:buNone/>
              <a:defRPr/>
            </a:pPr>
            <a:r>
              <a:rPr lang="en-US" altLang="zh-CN" sz="2800" dirty="0">
                <a:cs typeface="+mn-cs"/>
              </a:rPr>
              <a:t>13.2</a:t>
            </a:r>
            <a:r>
              <a:rPr lang="zh-CN" altLang="en-US" sz="2800" dirty="0">
                <a:cs typeface="+mn-cs"/>
              </a:rPr>
              <a:t> 数据库管理系统的系统结构</a:t>
            </a:r>
            <a:endParaRPr lang="zh-CN" altLang="en-US" sz="2800" dirty="0">
              <a:cs typeface="+mn-cs"/>
            </a:endParaRPr>
          </a:p>
          <a:p>
            <a:pPr marL="342900" lvl="1" indent="-342900" algn="just" eaLnBrk="1" hangingPunct="1">
              <a:lnSpc>
                <a:spcPct val="130000"/>
              </a:lnSpc>
              <a:spcBef>
                <a:spcPct val="20000"/>
              </a:spcBef>
              <a:buNone/>
              <a:defRPr/>
            </a:pPr>
            <a:r>
              <a:rPr lang="en-US" altLang="zh-CN" sz="2800" dirty="0">
                <a:cs typeface="+mn-cs"/>
              </a:rPr>
              <a:t>13.3</a:t>
            </a:r>
            <a:r>
              <a:rPr lang="zh-CN" altLang="en-US" sz="2800" dirty="0">
                <a:cs typeface="+mn-cs"/>
              </a:rPr>
              <a:t> 语言处理层</a:t>
            </a:r>
            <a:endParaRPr lang="en-US" altLang="zh-CN" sz="2800" dirty="0">
              <a:cs typeface="+mn-cs"/>
            </a:endParaRPr>
          </a:p>
          <a:p>
            <a:pPr marL="342900" lvl="1" indent="-342900" algn="just" eaLnBrk="1" hangingPunct="1">
              <a:lnSpc>
                <a:spcPct val="130000"/>
              </a:lnSpc>
              <a:spcBef>
                <a:spcPct val="20000"/>
              </a:spcBef>
              <a:buNone/>
              <a:defRPr/>
            </a:pPr>
            <a:r>
              <a:rPr lang="en-US" altLang="zh-CN" sz="2800" dirty="0">
                <a:solidFill>
                  <a:srgbClr val="0066FF"/>
                </a:solidFill>
                <a:cs typeface="+mn-cs"/>
              </a:rPr>
              <a:t>13.4</a:t>
            </a:r>
            <a:r>
              <a:rPr lang="zh-CN" altLang="en-US" sz="2800" dirty="0">
                <a:solidFill>
                  <a:srgbClr val="0066FF"/>
                </a:solidFill>
                <a:cs typeface="+mn-cs"/>
              </a:rPr>
              <a:t> 数据存取层</a:t>
            </a:r>
            <a:endParaRPr lang="en-US" altLang="zh-CN" sz="2800" dirty="0">
              <a:solidFill>
                <a:srgbClr val="0066FF"/>
              </a:solidFill>
              <a:cs typeface="+mn-cs"/>
            </a:endParaRPr>
          </a:p>
          <a:p>
            <a:pPr marL="0" indent="0" algn="just" eaLnBrk="1" hangingPunct="1">
              <a:buNone/>
            </a:pPr>
            <a:r>
              <a:rPr lang="en-US" altLang="zh-CN" dirty="0">
                <a:latin typeface="Arial" panose="020B0604020202020204" pitchFamily="34" charset="0"/>
                <a:ea typeface="宋体" panose="02010600030101010101" pitchFamily="2" charset="-122"/>
              </a:rPr>
              <a:t>13.5</a:t>
            </a:r>
            <a:r>
              <a:rPr lang="zh-CN" altLang="en-US" dirty="0">
                <a:latin typeface="Arial" panose="020B0604020202020204" pitchFamily="34" charset="0"/>
                <a:ea typeface="宋体" panose="02010600030101010101" pitchFamily="2" charset="-122"/>
              </a:rPr>
              <a:t> 缓冲区管理</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en-US" altLang="zh-CN" dirty="0">
                <a:latin typeface="Arial" panose="020B0604020202020204" pitchFamily="34" charset="0"/>
                <a:ea typeface="宋体" panose="02010600030101010101" pitchFamily="2" charset="-122"/>
              </a:rPr>
              <a:t>13.6</a:t>
            </a:r>
            <a:r>
              <a:rPr lang="zh-CN" altLang="en-US" dirty="0">
                <a:latin typeface="Arial" panose="020B0604020202020204" pitchFamily="34" charset="0"/>
                <a:ea typeface="宋体" panose="02010600030101010101" pitchFamily="2" charset="-122"/>
              </a:rPr>
              <a:t> 数据库的物理组织</a:t>
            </a:r>
            <a:endParaRPr lang="en-US" altLang="zh-CN" dirty="0">
              <a:latin typeface="Arial" panose="020B0604020202020204" pitchFamily="34" charset="0"/>
              <a:ea typeface="宋体" panose="02010600030101010101" pitchFamily="2" charset="-122"/>
            </a:endParaRPr>
          </a:p>
          <a:p>
            <a:pPr marL="0" indent="0" algn="just" eaLnBrk="1" hangingPunct="1">
              <a:buNone/>
            </a:pPr>
            <a:r>
              <a:rPr lang="zh-CN" altLang="en-US" dirty="0">
                <a:latin typeface="Arial" panose="020B0604020202020204" pitchFamily="34" charset="0"/>
                <a:ea typeface="宋体" panose="02010600030101010101" pitchFamily="2" charset="-122"/>
              </a:rPr>
              <a:t>本章小结</a:t>
            </a:r>
            <a:endParaRPr lang="en-US" altLang="zh-CN" dirty="0">
              <a:latin typeface="Arial" panose="020B0604020202020204" pitchFamily="34" charset="0"/>
              <a:ea typeface="宋体" panose="02010600030101010101" pitchFamily="2" charset="-122"/>
            </a:endParaRPr>
          </a:p>
          <a:p>
            <a:pPr marL="0" indent="0" algn="just" eaLnBrk="1" hangingPunct="1">
              <a:buNone/>
            </a:pPr>
            <a:endParaRPr lang="en-US" altLang="zh-CN" dirty="0">
              <a:latin typeface="Arial" panose="020B0604020202020204" pitchFamily="34" charset="0"/>
              <a:ea typeface="宋体" panose="02010600030101010101" pitchFamily="2" charset="-122"/>
            </a:endParaRPr>
          </a:p>
          <a:p>
            <a:pPr marL="0" indent="0" algn="just" eaLnBrk="1" hangingPunct="1">
              <a:buNone/>
            </a:pPr>
            <a:endParaRPr lang="zh-CN" altLang="en-US" dirty="0">
              <a:latin typeface="+mn-ea"/>
            </a:endParaRPr>
          </a:p>
          <a:p>
            <a:pPr marL="0" indent="0" algn="just" eaLnBrk="1" hangingPunct="1">
              <a:buNone/>
            </a:pPr>
            <a:endParaRPr lang="zh-CN" altLang="en-US" dirty="0">
              <a:latin typeface="+mn-ea"/>
            </a:endParaRPr>
          </a:p>
        </p:txBody>
      </p:sp>
    </p:spTree>
  </p:cSld>
  <p:clrMapOvr>
    <a:masterClrMapping/>
  </p:clrMapOvr>
  <p:transition spd="slow">
    <p:wipe dir="d"/>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5" name="Rectangle 3"/>
          <p:cNvSpPr>
            <a:spLocks noGrp="1" noChangeArrowheads="1"/>
          </p:cNvSpPr>
          <p:nvPr>
            <p:ph type="body" idx="1"/>
          </p:nvPr>
        </p:nvSpPr>
        <p:spPr>
          <a:xfrm>
            <a:off x="1415480" y="1372614"/>
            <a:ext cx="8904981" cy="4144618"/>
          </a:xfrm>
        </p:spPr>
        <p:txBody>
          <a:bodyPr/>
          <a:lstStyle/>
          <a:p>
            <a:pPr eaLnBrk="1" hangingPunct="1">
              <a:lnSpc>
                <a:spcPct val="120000"/>
              </a:lnSpc>
            </a:pPr>
            <a:r>
              <a:rPr lang="zh-CN" altLang="zh-CN" kern="1050" dirty="0">
                <a:effectLst/>
                <a:latin typeface="Times New Roman" panose="02020603050405020304" pitchFamily="18" charset="0"/>
                <a:ea typeface="宋体" panose="02010600030101010101" pitchFamily="2" charset="-122"/>
                <a:cs typeface="Times New Roman" panose="02020603050405020304" pitchFamily="18" charset="0"/>
              </a:rPr>
              <a:t>介于语言处理层和数据存储层之间</a:t>
            </a:r>
            <a:endParaRPr lang="en-US" altLang="zh-CN" kern="1050" dirty="0">
              <a:effectLst/>
              <a:latin typeface="Times New Roman" panose="02020603050405020304" pitchFamily="18" charset="0"/>
              <a:ea typeface="宋体" panose="02010600030101010101" pitchFamily="2" charset="-122"/>
              <a:cs typeface="Times New Roman" panose="02020603050405020304" pitchFamily="18" charset="0"/>
            </a:endParaRPr>
          </a:p>
          <a:p>
            <a:pPr lvl="1" eaLnBrk="1" hangingPunct="1">
              <a:lnSpc>
                <a:spcPct val="120000"/>
              </a:lnSpc>
            </a:pPr>
            <a:r>
              <a:rPr lang="zh-CN" altLang="zh-CN" kern="1050" dirty="0">
                <a:effectLst/>
                <a:latin typeface="Times New Roman" panose="02020603050405020304" pitchFamily="18" charset="0"/>
                <a:ea typeface="宋体" panose="02010600030101010101" pitchFamily="2" charset="-122"/>
                <a:cs typeface="Times New Roman" panose="02020603050405020304" pitchFamily="18" charset="0"/>
              </a:rPr>
              <a:t>向上提供单元组接口，即导航式的一次一个元组的存取操作</a:t>
            </a:r>
            <a:endParaRPr lang="en-US" altLang="zh-CN" kern="1050" dirty="0">
              <a:effectLst/>
              <a:latin typeface="Times New Roman" panose="02020603050405020304" pitchFamily="18" charset="0"/>
              <a:ea typeface="宋体" panose="02010600030101010101" pitchFamily="2" charset="-122"/>
              <a:cs typeface="Times New Roman" panose="02020603050405020304" pitchFamily="18" charset="0"/>
            </a:endParaRPr>
          </a:p>
          <a:p>
            <a:pPr lvl="1" eaLnBrk="1" hangingPunct="1">
              <a:lnSpc>
                <a:spcPct val="120000"/>
              </a:lnSpc>
            </a:pPr>
            <a:r>
              <a:rPr lang="zh-CN" altLang="zh-CN" kern="1050" dirty="0">
                <a:effectLst/>
                <a:latin typeface="Times New Roman" panose="02020603050405020304" pitchFamily="18" charset="0"/>
                <a:ea typeface="宋体" panose="02010600030101010101" pitchFamily="2" charset="-122"/>
                <a:cs typeface="Times New Roman" panose="02020603050405020304" pitchFamily="18" charset="0"/>
              </a:rPr>
              <a:t>向下以系统缓冲区的存储器接口作为实现基础</a:t>
            </a:r>
            <a:endParaRPr lang="zh-CN" altLang="en-US" dirty="0"/>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Arial" panose="020B0604020202020204" pitchFamily="34" charset="0"/>
                <a:ea typeface="宋体" panose="02010600030101010101" pitchFamily="2" charset="-122"/>
                <a:cs typeface="Arial" panose="020B0604020202020204" pitchFamily="34" charset="0"/>
              </a:rPr>
              <a:t>13.4</a:t>
            </a:r>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数据存取层</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数据存取层（续）</a:t>
            </a:r>
            <a:endParaRPr lang="zh-CN" altLang="en-US" sz="3600" kern="0" dirty="0">
              <a:latin typeface="宋体" panose="02010600030101010101" pitchFamily="2" charset="-122"/>
              <a:ea typeface="宋体" panose="02010600030101010101" pitchFamily="2" charset="-122"/>
            </a:endParaRPr>
          </a:p>
        </p:txBody>
      </p:sp>
      <p:sp>
        <p:nvSpPr>
          <p:cNvPr id="3" name="矩形 2"/>
          <p:cNvSpPr/>
          <p:nvPr/>
        </p:nvSpPr>
        <p:spPr>
          <a:xfrm>
            <a:off x="1873852" y="979812"/>
            <a:ext cx="4572000" cy="521970"/>
          </a:xfrm>
          <a:prstGeom prst="rect">
            <a:avLst/>
          </a:prstGeom>
        </p:spPr>
        <p:txBody>
          <a:bodyPr>
            <a:spAutoFit/>
          </a:bodyPr>
          <a:lstStyle/>
          <a:p>
            <a:pPr>
              <a:buSzPts val="2800"/>
              <a:buFont typeface="Wingdings" panose="05000000000000000000" pitchFamily="2" charset="2"/>
              <a:buChar char="v"/>
            </a:pPr>
            <a:r>
              <a:rPr lang="zh-CN" altLang="en-US" sz="2800" b="1" dirty="0">
                <a:solidFill>
                  <a:srgbClr val="000000"/>
                </a:solidFill>
                <a:latin typeface="宋体" panose="02010600030101010101" pitchFamily="2" charset="-122"/>
                <a:ea typeface="宋体" panose="02010600030101010101" pitchFamily="2" charset="-122"/>
              </a:rPr>
              <a:t>数据存取层的接口</a:t>
            </a:r>
            <a:endParaRPr lang="zh-CN" altLang="en-US" sz="2800" b="1" dirty="0">
              <a:solidFill>
                <a:srgbClr val="000000"/>
              </a:solidFill>
              <a:latin typeface="宋体" panose="02010600030101010101" pitchFamily="2" charset="-122"/>
              <a:ea typeface="宋体" panose="02010600030101010101" pitchFamily="2" charset="-122"/>
            </a:endParaRPr>
          </a:p>
        </p:txBody>
      </p:sp>
      <p:pic>
        <p:nvPicPr>
          <p:cNvPr id="10" name="图片 9"/>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2423592" y="1584482"/>
            <a:ext cx="5712232" cy="4011456"/>
          </a:xfrm>
          <a:prstGeom prst="rect">
            <a:avLst/>
          </a:prstGeom>
          <a:noFill/>
          <a:ln>
            <a:noFill/>
          </a:ln>
        </p:spPr>
      </p:pic>
      <p:sp>
        <p:nvSpPr>
          <p:cNvPr id="7" name="文本框 6"/>
          <p:cNvSpPr txBox="1"/>
          <p:nvPr/>
        </p:nvSpPr>
        <p:spPr>
          <a:xfrm>
            <a:off x="3685117" y="5781111"/>
            <a:ext cx="4821766" cy="337185"/>
          </a:xfrm>
          <a:prstGeom prst="rect">
            <a:avLst/>
          </a:prstGeom>
          <a:noFill/>
        </p:spPr>
        <p:txBody>
          <a:bodyPr wrap="square">
            <a:spAutoFit/>
          </a:bodyPr>
          <a:lstStyle/>
          <a:p>
            <a:r>
              <a:rPr lang="zh-CN" altLang="zh-CN" sz="1600" b="1" kern="1050" dirty="0">
                <a:effectLst/>
                <a:latin typeface="Times New Roman" panose="02020603050405020304" pitchFamily="18" charset="0"/>
                <a:ea typeface="宋体" panose="02010600030101010101" pitchFamily="2" charset="-122"/>
                <a:cs typeface="Times New Roman" panose="02020603050405020304" pitchFamily="18" charset="0"/>
              </a:rPr>
              <a:t>数据存取层及其上下接口关系</a:t>
            </a:r>
            <a:endParaRPr lang="zh-CN" altLang="en-US" sz="1600" b="1" dirty="0"/>
          </a:p>
        </p:txBody>
      </p:sp>
    </p:spTree>
  </p:cSld>
  <p:clrMapOvr>
    <a:masterClrMapping/>
  </p:clrMapOvr>
  <p:transition spd="slow">
    <p:wipe dir="d"/>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1" name="Rectangle 3"/>
          <p:cNvSpPr>
            <a:spLocks noGrp="1" noChangeArrowheads="1"/>
          </p:cNvSpPr>
          <p:nvPr>
            <p:ph type="body" idx="1"/>
          </p:nvPr>
        </p:nvSpPr>
        <p:spPr>
          <a:xfrm>
            <a:off x="1055440" y="1916832"/>
            <a:ext cx="10801200" cy="4248472"/>
          </a:xfrm>
        </p:spPr>
        <p:txBody>
          <a:bodyPr>
            <a:normAutofit fontScale="97500"/>
          </a:bodyPr>
          <a:lstStyle/>
          <a:p>
            <a:pPr lvl="1" algn="just" eaLnBrk="1" hangingPunct="1">
              <a:lnSpc>
                <a:spcPct val="120000"/>
              </a:lnSpc>
            </a:pPr>
            <a:r>
              <a:rPr lang="zh-CN" altLang="en-US" dirty="0">
                <a:latin typeface="宋体" panose="02010600030101010101" pitchFamily="2" charset="-122"/>
                <a:ea typeface="宋体" panose="02010600030101010101" pitchFamily="2" charset="-122"/>
              </a:rPr>
              <a:t>提供一次一个元组的查找、插入、删除、修改等基本操作。</a:t>
            </a:r>
            <a:endParaRPr lang="zh-CN" altLang="en-US" dirty="0">
              <a:latin typeface="宋体" panose="02010600030101010101" pitchFamily="2" charset="-122"/>
              <a:ea typeface="宋体" panose="02010600030101010101" pitchFamily="2" charset="-122"/>
            </a:endParaRPr>
          </a:p>
          <a:p>
            <a:pPr lvl="1" algn="just" eaLnBrk="1" hangingPunct="1">
              <a:lnSpc>
                <a:spcPct val="120000"/>
              </a:lnSpc>
            </a:pPr>
            <a:r>
              <a:rPr lang="zh-CN" altLang="en-US" dirty="0">
                <a:latin typeface="宋体" panose="02010600030101010101" pitchFamily="2" charset="-122"/>
                <a:ea typeface="宋体" panose="02010600030101010101" pitchFamily="2" charset="-122"/>
              </a:rPr>
              <a:t>提供元组查找所循的存取路径以及对存取路径的维护操作</a:t>
            </a:r>
            <a:endParaRPr lang="zh-CN" altLang="en-US" dirty="0">
              <a:latin typeface="宋体" panose="02010600030101010101" pitchFamily="2" charset="-122"/>
              <a:ea typeface="宋体" panose="02010600030101010101" pitchFamily="2" charset="-122"/>
            </a:endParaRPr>
          </a:p>
          <a:p>
            <a:pPr lvl="2" algn="just" eaLnBrk="1" hangingPunct="1">
              <a:lnSpc>
                <a:spcPct val="120000"/>
              </a:lnSpc>
              <a:spcBef>
                <a:spcPct val="10000"/>
              </a:spcBef>
              <a:spcAft>
                <a:spcPct val="40000"/>
              </a:spcAft>
              <a:buFont typeface="Wingdings" panose="05000000000000000000" pitchFamily="2" charset="2"/>
              <a:buChar char="l"/>
            </a:pPr>
            <a:r>
              <a:rPr lang="zh-CN" altLang="zh-CN" sz="2300" kern="1050" dirty="0">
                <a:effectLst/>
                <a:latin typeface="宋体" panose="02010600030101010101" pitchFamily="2" charset="-122"/>
                <a:ea typeface="宋体" panose="02010600030101010101" pitchFamily="2" charset="-122"/>
                <a:cs typeface="Times New Roman" panose="02020603050405020304" pitchFamily="18" charset="0"/>
              </a:rPr>
              <a:t>索引记录的查找、插入、删除、修改</a:t>
            </a:r>
            <a:endParaRPr lang="en-US" altLang="zh-CN" sz="2300" dirty="0">
              <a:latin typeface="宋体" panose="02010600030101010101" pitchFamily="2" charset="-122"/>
              <a:ea typeface="宋体" panose="02010600030101010101" pitchFamily="2" charset="-122"/>
            </a:endParaRPr>
          </a:p>
          <a:p>
            <a:pPr lvl="2" algn="just" eaLnBrk="1" hangingPunct="1">
              <a:lnSpc>
                <a:spcPct val="120000"/>
              </a:lnSpc>
              <a:spcBef>
                <a:spcPct val="10000"/>
              </a:spcBef>
              <a:spcAft>
                <a:spcPct val="40000"/>
              </a:spcAft>
              <a:buFont typeface="Wingdings" panose="05000000000000000000" pitchFamily="2" charset="2"/>
              <a:buChar char="l"/>
            </a:pPr>
            <a:r>
              <a:rPr lang="en-US" altLang="zh-CN" sz="2300" dirty="0">
                <a:latin typeface="Arial" panose="020B0604020202020204" pitchFamily="34" charset="0"/>
                <a:ea typeface="宋体" panose="02010600030101010101" pitchFamily="2" charset="-122"/>
                <a:cs typeface="Arial" panose="020B0604020202020204" pitchFamily="34" charset="0"/>
              </a:rPr>
              <a:t>B+</a:t>
            </a:r>
            <a:r>
              <a:rPr lang="zh-CN" altLang="en-US" sz="2300" dirty="0">
                <a:latin typeface="宋体" panose="02010600030101010101" pitchFamily="2" charset="-122"/>
                <a:ea typeface="宋体" panose="02010600030101010101" pitchFamily="2" charset="-122"/>
              </a:rPr>
              <a:t>树的建立、查找、插入、删除、修改</a:t>
            </a:r>
            <a:endParaRPr lang="zh-CN" altLang="en-US" sz="2300" dirty="0">
              <a:latin typeface="宋体" panose="02010600030101010101" pitchFamily="2" charset="-122"/>
              <a:ea typeface="宋体" panose="02010600030101010101" pitchFamily="2" charset="-122"/>
            </a:endParaRPr>
          </a:p>
          <a:p>
            <a:pPr lvl="1" algn="just" eaLnBrk="1" hangingPunct="1">
              <a:lnSpc>
                <a:spcPct val="120000"/>
              </a:lnSpc>
            </a:pPr>
            <a:r>
              <a:rPr lang="zh-CN" altLang="en-US" dirty="0">
                <a:latin typeface="宋体" panose="02010600030101010101" pitchFamily="2" charset="-122"/>
                <a:ea typeface="宋体" panose="02010600030101010101" pitchFamily="2" charset="-122"/>
              </a:rPr>
              <a:t>对记录和存取路径的封锁、解锁操作</a:t>
            </a:r>
            <a:endParaRPr lang="zh-CN" altLang="en-US" dirty="0">
              <a:latin typeface="宋体" panose="02010600030101010101" pitchFamily="2" charset="-122"/>
              <a:ea typeface="宋体" panose="02010600030101010101" pitchFamily="2" charset="-122"/>
            </a:endParaRPr>
          </a:p>
          <a:p>
            <a:pPr lvl="1" algn="just" eaLnBrk="1" hangingPunct="1">
              <a:lnSpc>
                <a:spcPct val="120000"/>
              </a:lnSpc>
            </a:pPr>
            <a:r>
              <a:rPr lang="zh-CN" altLang="en-US" dirty="0">
                <a:latin typeface="宋体" panose="02010600030101010101" pitchFamily="2" charset="-122"/>
                <a:ea typeface="宋体" panose="02010600030101010101" pitchFamily="2" charset="-122"/>
              </a:rPr>
              <a:t>日志文件的登记和读取操作</a:t>
            </a:r>
            <a:endParaRPr lang="zh-CN" altLang="en-US" dirty="0">
              <a:latin typeface="宋体" panose="02010600030101010101" pitchFamily="2" charset="-122"/>
              <a:ea typeface="宋体" panose="02010600030101010101" pitchFamily="2" charset="-122"/>
            </a:endParaRPr>
          </a:p>
          <a:p>
            <a:pPr lvl="1" algn="just" eaLnBrk="1" hangingPunct="1">
              <a:lnSpc>
                <a:spcPct val="120000"/>
              </a:lnSpc>
            </a:pPr>
            <a:r>
              <a:rPr lang="zh-CN" altLang="zh-CN" dirty="0">
                <a:latin typeface="宋体" panose="02010600030101010101" pitchFamily="2" charset="-122"/>
                <a:ea typeface="宋体" panose="02010600030101010101" pitchFamily="2" charset="-122"/>
              </a:rPr>
              <a:t>其他辅助操作，如扫描、合并</a:t>
            </a:r>
            <a:r>
              <a:rPr lang="en-US" altLang="zh-CN" dirty="0">
                <a:latin typeface="宋体" panose="02010600030101010101" pitchFamily="2" charset="-122"/>
                <a:ea typeface="宋体" panose="02010600030101010101" pitchFamily="2" charset="-122"/>
              </a:rPr>
              <a:t>/</a:t>
            </a:r>
            <a:r>
              <a:rPr lang="zh-CN" altLang="zh-CN" dirty="0">
                <a:latin typeface="宋体" panose="02010600030101010101" pitchFamily="2" charset="-122"/>
                <a:ea typeface="宋体" panose="02010600030101010101" pitchFamily="2" charset="-122"/>
              </a:rPr>
              <a:t>排序，其操作对象有关系、有序表、索引等</a:t>
            </a:r>
            <a:endParaRPr lang="en-US" altLang="zh-CN" dirty="0">
              <a:latin typeface="宋体" panose="02010600030101010101" pitchFamily="2" charset="-122"/>
              <a:ea typeface="宋体" panose="02010600030101010101" pitchFamily="2" charset="-122"/>
            </a:endParaRPr>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数据存取层（续）</a:t>
            </a:r>
            <a:endParaRPr lang="zh-CN" altLang="en-US" sz="3600" kern="0" dirty="0">
              <a:latin typeface="宋体" panose="02010600030101010101" pitchFamily="2" charset="-122"/>
              <a:ea typeface="宋体" panose="02010600030101010101" pitchFamily="2" charset="-122"/>
            </a:endParaRPr>
          </a:p>
        </p:txBody>
      </p:sp>
      <p:sp>
        <p:nvSpPr>
          <p:cNvPr id="8" name="矩形 7"/>
          <p:cNvSpPr/>
          <p:nvPr/>
        </p:nvSpPr>
        <p:spPr>
          <a:xfrm>
            <a:off x="407368" y="1196752"/>
            <a:ext cx="4572000" cy="521970"/>
          </a:xfrm>
          <a:prstGeom prst="rect">
            <a:avLst/>
          </a:prstGeom>
        </p:spPr>
        <p:txBody>
          <a:bodyPr>
            <a:spAutoFit/>
          </a:bodyPr>
          <a:lstStyle/>
          <a:p>
            <a:pPr>
              <a:buSzPts val="2800"/>
              <a:buFont typeface="Wingdings" panose="05000000000000000000" pitchFamily="2" charset="2"/>
              <a:buChar char="v"/>
            </a:pPr>
            <a:r>
              <a:rPr lang="zh-CN" altLang="en-US" sz="2800" b="1" dirty="0">
                <a:solidFill>
                  <a:srgbClr val="000000"/>
                </a:solidFill>
                <a:latin typeface="宋体" panose="02010600030101010101" pitchFamily="2" charset="-122"/>
                <a:ea typeface="宋体" panose="02010600030101010101" pitchFamily="2" charset="-122"/>
              </a:rPr>
              <a:t>数据存取层的任务</a:t>
            </a:r>
            <a:endParaRPr lang="zh-CN" altLang="en-US" sz="2800" b="1" dirty="0">
              <a:solidFill>
                <a:srgbClr val="000000"/>
              </a:solidFill>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7" name="Rectangle 3"/>
          <p:cNvSpPr>
            <a:spLocks noGrp="1" noChangeArrowheads="1"/>
          </p:cNvSpPr>
          <p:nvPr>
            <p:ph type="body" idx="1"/>
          </p:nvPr>
        </p:nvSpPr>
        <p:spPr>
          <a:xfrm>
            <a:off x="1559496" y="1556792"/>
            <a:ext cx="8001000" cy="3333974"/>
          </a:xfrm>
        </p:spPr>
        <p:txBody>
          <a:bodyPr/>
          <a:lstStyle/>
          <a:p>
            <a:pPr algn="just" eaLnBrk="1" hangingPunct="1">
              <a:lnSpc>
                <a:spcPct val="150000"/>
              </a:lnSpc>
            </a:pPr>
            <a:r>
              <a:rPr lang="zh-CN" altLang="en-US" dirty="0">
                <a:solidFill>
                  <a:srgbClr val="00B050"/>
                </a:solidFill>
              </a:rPr>
              <a:t>1</a:t>
            </a:r>
            <a:r>
              <a:rPr lang="en-US" altLang="zh-CN" dirty="0">
                <a:solidFill>
                  <a:srgbClr val="00B050"/>
                </a:solidFill>
              </a:rPr>
              <a:t>3.4</a:t>
            </a:r>
            <a:r>
              <a:rPr lang="zh-CN" altLang="en-US" dirty="0">
                <a:solidFill>
                  <a:srgbClr val="00B050"/>
                </a:solidFill>
              </a:rPr>
              <a:t>.1 </a:t>
            </a:r>
            <a:r>
              <a:rPr lang="zh-CN" altLang="en-US" dirty="0">
                <a:solidFill>
                  <a:srgbClr val="00B050"/>
                </a:solidFill>
                <a:latin typeface="Times New Roman" panose="02020603050405020304" pitchFamily="18" charset="0"/>
              </a:rPr>
              <a:t>数据存取层的系统结构</a:t>
            </a:r>
            <a:endParaRPr lang="zh-CN" altLang="en-US" dirty="0">
              <a:solidFill>
                <a:srgbClr val="00B050"/>
              </a:solidFill>
            </a:endParaRPr>
          </a:p>
          <a:p>
            <a:pPr algn="just" eaLnBrk="1" hangingPunct="1">
              <a:lnSpc>
                <a:spcPct val="150000"/>
              </a:lnSpc>
            </a:pPr>
            <a:r>
              <a:rPr lang="zh-CN" altLang="en-US" dirty="0"/>
              <a:t>1</a:t>
            </a:r>
            <a:r>
              <a:rPr lang="en-US" altLang="zh-CN" dirty="0"/>
              <a:t>3.4</a:t>
            </a:r>
            <a:r>
              <a:rPr lang="zh-CN" altLang="en-US" dirty="0"/>
              <a:t>.2 </a:t>
            </a:r>
            <a:r>
              <a:rPr lang="zh-CN" altLang="en-US" dirty="0">
                <a:latin typeface="宋体" panose="02010600030101010101" pitchFamily="2" charset="-122"/>
              </a:rPr>
              <a:t>数据存取层的功能子系统</a:t>
            </a:r>
            <a:r>
              <a:rPr lang="zh-CN" altLang="en-US" dirty="0"/>
              <a:t> </a:t>
            </a:r>
            <a:endParaRPr lang="zh-CN" altLang="en-US" dirty="0"/>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434" name="Text Box 2"/>
          <p:cNvSpPr txBox="1">
            <a:spLocks noChangeArrowheads="1"/>
          </p:cNvSpPr>
          <p:nvPr/>
        </p:nvSpPr>
        <p:spPr bwMode="auto">
          <a:xfrm>
            <a:off x="4724400" y="857249"/>
            <a:ext cx="59436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ts val="1800"/>
              </a:spcBef>
              <a:buSzPct val="100000"/>
              <a:buFont typeface="Wingdings" panose="05000000000000000000" pitchFamily="2" charset="2"/>
              <a:buChar char="v"/>
              <a:defRPr sz="2800" b="1">
                <a:solidFill>
                  <a:schemeClr val="tx1"/>
                </a:solidFill>
                <a:latin typeface="Arial" panose="020B0604020202020204" pitchFamily="34" charset="0"/>
                <a:ea typeface="宋体" panose="02010600030101010101" pitchFamily="2" charset="-122"/>
              </a:defRPr>
            </a:lvl1pPr>
            <a:lvl2pPr marL="742950" indent="-285750">
              <a:spcBef>
                <a:spcPts val="1800"/>
              </a:spcBef>
              <a:buSzPct val="100000"/>
              <a:buFont typeface="Wingdings" panose="05000000000000000000" pitchFamily="2" charset="2"/>
              <a:buChar char="n"/>
              <a:defRPr sz="2400" b="1">
                <a:solidFill>
                  <a:schemeClr val="tx1"/>
                </a:solidFill>
                <a:latin typeface="Arial" panose="020B0604020202020204" pitchFamily="34" charset="0"/>
                <a:ea typeface="宋体" panose="02010600030101010101" pitchFamily="2" charset="-122"/>
              </a:defRPr>
            </a:lvl2pPr>
            <a:lvl3pPr marL="11430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3pPr>
            <a:lvl4pPr marL="16002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4pPr>
            <a:lvl5pPr marL="2057400" indent="-228600">
              <a:spcBef>
                <a:spcPts val="1800"/>
              </a:spcBef>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ts val="1800"/>
              </a:spcBef>
              <a:spcAft>
                <a:spcPct val="0"/>
              </a:spcAft>
              <a:buFont typeface="Arial" panose="020B0604020202020204" pitchFamily="34" charset="0"/>
              <a:buChar char="»"/>
              <a:defRPr sz="2000" b="1">
                <a:solidFill>
                  <a:schemeClr val="tx1"/>
                </a:solidFill>
                <a:latin typeface="Arial" panose="020B0604020202020204" pitchFamily="34" charset="0"/>
                <a:ea typeface="宋体" panose="02010600030101010101" pitchFamily="2" charset="-122"/>
              </a:defRPr>
            </a:lvl9pPr>
          </a:lstStyle>
          <a:p>
            <a:pPr eaLnBrk="1" hangingPunct="1">
              <a:spcBef>
                <a:spcPct val="50000"/>
              </a:spcBef>
              <a:buSzTx/>
              <a:buFont typeface="Arial" panose="020B0604020202020204" pitchFamily="34" charset="0"/>
              <a:buNone/>
            </a:pPr>
            <a:endParaRPr lang="zh-CN" altLang="en-US" sz="1800" b="0"/>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Arial" panose="020B0604020202020204" pitchFamily="34" charset="0"/>
                <a:ea typeface="宋体" panose="02010600030101010101" pitchFamily="2" charset="-122"/>
                <a:cs typeface="Arial" panose="020B0604020202020204" pitchFamily="34" charset="0"/>
              </a:rPr>
              <a:t>13.4.1</a:t>
            </a:r>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数据存取层的系统结构</a:t>
            </a:r>
            <a:endParaRPr lang="zh-CN" altLang="en-US" sz="3600" kern="0" dirty="0">
              <a:latin typeface="宋体" panose="02010600030101010101" pitchFamily="2" charset="-122"/>
              <a:ea typeface="宋体" panose="02010600030101010101" pitchFamily="2" charset="-122"/>
            </a:endParaRPr>
          </a:p>
        </p:txBody>
      </p:sp>
      <p:pic>
        <p:nvPicPr>
          <p:cNvPr id="7" name="图片 6"/>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215680" y="1099335"/>
            <a:ext cx="5328592" cy="4882366"/>
          </a:xfrm>
          <a:prstGeom prst="rect">
            <a:avLst/>
          </a:prstGeom>
          <a:noFill/>
          <a:ln>
            <a:noFill/>
          </a:ln>
        </p:spPr>
      </p:pic>
      <p:sp>
        <p:nvSpPr>
          <p:cNvPr id="8" name="文本框 7"/>
          <p:cNvSpPr txBox="1"/>
          <p:nvPr/>
        </p:nvSpPr>
        <p:spPr>
          <a:xfrm>
            <a:off x="4439816" y="6014647"/>
            <a:ext cx="4821766" cy="337185"/>
          </a:xfrm>
          <a:prstGeom prst="rect">
            <a:avLst/>
          </a:prstGeom>
          <a:noFill/>
        </p:spPr>
        <p:txBody>
          <a:bodyPr wrap="square">
            <a:spAutoFit/>
          </a:bodyPr>
          <a:lstStyle/>
          <a:p>
            <a:r>
              <a:rPr lang="zh-CN" altLang="zh-CN" sz="1600" b="1" kern="1050" dirty="0">
                <a:effectLst/>
                <a:latin typeface="Times New Roman" panose="02020603050405020304" pitchFamily="18" charset="0"/>
                <a:ea typeface="宋体" panose="02010600030101010101" pitchFamily="2" charset="-122"/>
                <a:cs typeface="Times New Roman" panose="02020603050405020304" pitchFamily="18" charset="0"/>
              </a:rPr>
              <a:t>数据存取层的系统结构</a:t>
            </a:r>
            <a:endParaRPr lang="zh-CN" altLang="en-US" sz="1600" b="1" dirty="0"/>
          </a:p>
        </p:txBody>
      </p:sp>
    </p:spTree>
  </p:cSld>
  <p:clrMapOvr>
    <a:masterClrMapping/>
  </p:clrMapOvr>
  <p:transition spd="slow">
    <p:wipe dir="d"/>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7" name="Rectangle 3"/>
          <p:cNvSpPr>
            <a:spLocks noGrp="1" noChangeArrowheads="1"/>
          </p:cNvSpPr>
          <p:nvPr>
            <p:ph type="body" idx="1"/>
          </p:nvPr>
        </p:nvSpPr>
        <p:spPr>
          <a:xfrm>
            <a:off x="1903537" y="1268760"/>
            <a:ext cx="8001000" cy="4608512"/>
          </a:xfrm>
        </p:spPr>
        <p:txBody>
          <a:bodyPr>
            <a:noAutofit/>
          </a:bodyPr>
          <a:lstStyle/>
          <a:p>
            <a:pPr algn="just" eaLnBrk="1" hangingPunct="1">
              <a:lnSpc>
                <a:spcPct val="150000"/>
              </a:lnSpc>
            </a:pPr>
            <a:r>
              <a:rPr lang="zh-CN" altLang="en-US" dirty="0">
                <a:latin typeface="Times New Roman" panose="02020603050405020304" pitchFamily="18" charset="0"/>
              </a:rPr>
              <a:t>数据存取层的系统结构</a:t>
            </a:r>
            <a:endParaRPr lang="zh-CN" altLang="en-US" dirty="0">
              <a:latin typeface="Times New Roman" panose="02020603050405020304" pitchFamily="18" charset="0"/>
            </a:endParaRPr>
          </a:p>
          <a:p>
            <a:pPr lvl="1" algn="just" eaLnBrk="1" hangingPunct="1">
              <a:lnSpc>
                <a:spcPct val="150000"/>
              </a:lnSpc>
              <a:spcBef>
                <a:spcPts val="600"/>
              </a:spcBef>
            </a:pPr>
            <a:r>
              <a:rPr lang="zh-CN" altLang="en-US" dirty="0">
                <a:latin typeface="Times New Roman" panose="02020603050405020304" pitchFamily="18" charset="0"/>
              </a:rPr>
              <a:t>记录存取、事务管理子系统</a:t>
            </a:r>
            <a:endParaRPr lang="zh-CN" altLang="en-US" dirty="0"/>
          </a:p>
          <a:p>
            <a:pPr lvl="1" algn="just" eaLnBrk="1" hangingPunct="1">
              <a:lnSpc>
                <a:spcPct val="150000"/>
              </a:lnSpc>
              <a:spcBef>
                <a:spcPts val="600"/>
              </a:spcBef>
            </a:pPr>
            <a:r>
              <a:rPr lang="zh-CN" altLang="en-US" dirty="0">
                <a:latin typeface="Times New Roman" panose="02020603050405020304" pitchFamily="18" charset="0"/>
              </a:rPr>
              <a:t>控制信息管理模块</a:t>
            </a:r>
            <a:endParaRPr lang="zh-CN" altLang="en-US" dirty="0"/>
          </a:p>
          <a:p>
            <a:pPr lvl="1" algn="just" eaLnBrk="1" hangingPunct="1">
              <a:lnSpc>
                <a:spcPct val="150000"/>
              </a:lnSpc>
              <a:spcBef>
                <a:spcPts val="600"/>
              </a:spcBef>
            </a:pPr>
            <a:r>
              <a:rPr lang="zh-CN" altLang="en-US" dirty="0">
                <a:latin typeface="Times New Roman" panose="02020603050405020304" pitchFamily="18" charset="0"/>
              </a:rPr>
              <a:t>排序</a:t>
            </a:r>
            <a:r>
              <a:rPr lang="zh-CN" altLang="en-US" dirty="0"/>
              <a:t>/</a:t>
            </a:r>
            <a:r>
              <a:rPr lang="zh-CN" altLang="en-US" dirty="0">
                <a:latin typeface="Times New Roman" panose="02020603050405020304" pitchFamily="18" charset="0"/>
              </a:rPr>
              <a:t>合并子系统</a:t>
            </a:r>
            <a:endParaRPr lang="zh-CN" altLang="en-US" dirty="0"/>
          </a:p>
          <a:p>
            <a:pPr lvl="1" algn="just" eaLnBrk="1" hangingPunct="1">
              <a:lnSpc>
                <a:spcPct val="150000"/>
              </a:lnSpc>
              <a:spcBef>
                <a:spcPts val="600"/>
              </a:spcBef>
            </a:pPr>
            <a:r>
              <a:rPr lang="zh-CN" altLang="en-US" dirty="0">
                <a:latin typeface="Times New Roman" panose="02020603050405020304" pitchFamily="18" charset="0"/>
              </a:rPr>
              <a:t>存取路径维护子系统</a:t>
            </a:r>
            <a:endParaRPr lang="zh-CN" altLang="en-US" dirty="0"/>
          </a:p>
          <a:p>
            <a:pPr lvl="1" algn="just" eaLnBrk="1" hangingPunct="1">
              <a:lnSpc>
                <a:spcPct val="150000"/>
              </a:lnSpc>
              <a:spcBef>
                <a:spcPts val="600"/>
              </a:spcBef>
            </a:pPr>
            <a:r>
              <a:rPr lang="zh-CN" altLang="en-US" dirty="0">
                <a:latin typeface="Times New Roman" panose="02020603050405020304" pitchFamily="18" charset="0"/>
              </a:rPr>
              <a:t>封锁子系统，执行并发控制</a:t>
            </a:r>
            <a:endParaRPr lang="zh-CN" altLang="en-US" dirty="0">
              <a:latin typeface="Times New Roman" panose="02020603050405020304" pitchFamily="18" charset="0"/>
            </a:endParaRPr>
          </a:p>
          <a:p>
            <a:pPr lvl="1" algn="just" eaLnBrk="1" hangingPunct="1">
              <a:lnSpc>
                <a:spcPct val="150000"/>
              </a:lnSpc>
              <a:spcBef>
                <a:spcPts val="600"/>
              </a:spcBef>
            </a:pPr>
            <a:r>
              <a:rPr lang="zh-CN" altLang="en-US" dirty="0">
                <a:latin typeface="宋体" panose="02010600030101010101" pitchFamily="2" charset="-122"/>
              </a:rPr>
              <a:t>日志登记子系统，执行恢复任务</a:t>
            </a:r>
            <a:r>
              <a:rPr lang="zh-CN" altLang="en-US" dirty="0"/>
              <a:t> </a:t>
            </a:r>
            <a:endParaRPr lang="zh-CN" altLang="en-US" dirty="0"/>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数据存取层的系统结构（续）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7" name="Rectangle 3"/>
          <p:cNvSpPr>
            <a:spLocks noGrp="1" noChangeArrowheads="1"/>
          </p:cNvSpPr>
          <p:nvPr>
            <p:ph type="body" idx="1"/>
          </p:nvPr>
        </p:nvSpPr>
        <p:spPr>
          <a:xfrm>
            <a:off x="2209800" y="1844675"/>
            <a:ext cx="8001000" cy="2686051"/>
          </a:xfrm>
        </p:spPr>
        <p:txBody>
          <a:bodyPr/>
          <a:lstStyle/>
          <a:p>
            <a:pPr algn="just" eaLnBrk="1" hangingPunct="1">
              <a:lnSpc>
                <a:spcPct val="150000"/>
              </a:lnSpc>
            </a:pPr>
            <a:r>
              <a:rPr lang="zh-CN" altLang="en-US" dirty="0"/>
              <a:t>1</a:t>
            </a:r>
            <a:r>
              <a:rPr lang="en-US" altLang="zh-CN" dirty="0"/>
              <a:t>3.4</a:t>
            </a:r>
            <a:r>
              <a:rPr lang="zh-CN" altLang="en-US" dirty="0"/>
              <a:t>.1 </a:t>
            </a:r>
            <a:r>
              <a:rPr lang="zh-CN" altLang="en-US" dirty="0">
                <a:latin typeface="Times New Roman" panose="02020603050405020304" pitchFamily="18" charset="0"/>
              </a:rPr>
              <a:t>数据存取层的系统结构</a:t>
            </a:r>
            <a:endParaRPr lang="zh-CN" altLang="en-US" dirty="0"/>
          </a:p>
          <a:p>
            <a:pPr algn="just" eaLnBrk="1" hangingPunct="1">
              <a:lnSpc>
                <a:spcPct val="150000"/>
              </a:lnSpc>
            </a:pPr>
            <a:r>
              <a:rPr lang="zh-CN" altLang="en-US" dirty="0">
                <a:solidFill>
                  <a:srgbClr val="00B050"/>
                </a:solidFill>
              </a:rPr>
              <a:t>1</a:t>
            </a:r>
            <a:r>
              <a:rPr lang="en-US" altLang="zh-CN" dirty="0">
                <a:solidFill>
                  <a:srgbClr val="00B050"/>
                </a:solidFill>
              </a:rPr>
              <a:t>3.4</a:t>
            </a:r>
            <a:r>
              <a:rPr lang="zh-CN" altLang="en-US" dirty="0">
                <a:solidFill>
                  <a:srgbClr val="00B050"/>
                </a:solidFill>
              </a:rPr>
              <a:t>.2 </a:t>
            </a:r>
            <a:r>
              <a:rPr lang="zh-CN" altLang="en-US" dirty="0">
                <a:solidFill>
                  <a:srgbClr val="00B050"/>
                </a:solidFill>
                <a:latin typeface="宋体" panose="02010600030101010101" pitchFamily="2" charset="-122"/>
              </a:rPr>
              <a:t>数据存取层的功能子系统</a:t>
            </a:r>
            <a:r>
              <a:rPr lang="zh-CN" altLang="en-US" dirty="0">
                <a:solidFill>
                  <a:srgbClr val="00B050"/>
                </a:solidFill>
              </a:rPr>
              <a:t> </a:t>
            </a:r>
            <a:endParaRPr lang="zh-CN" altLang="en-US" dirty="0">
              <a:solidFill>
                <a:srgbClr val="00B050"/>
              </a:solidFill>
            </a:endParaRPr>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531" name="Rectangle 3"/>
          <p:cNvSpPr>
            <a:spLocks noGrp="1" noChangeArrowheads="1"/>
          </p:cNvSpPr>
          <p:nvPr>
            <p:ph type="body" idx="1"/>
          </p:nvPr>
        </p:nvSpPr>
        <p:spPr>
          <a:xfrm>
            <a:off x="1906897" y="1268760"/>
            <a:ext cx="8001000" cy="4680520"/>
          </a:xfrm>
        </p:spPr>
        <p:txBody>
          <a:bodyPr>
            <a:normAutofit/>
          </a:bodyPr>
          <a:lstStyle/>
          <a:p>
            <a:pPr algn="just" eaLnBrk="1" hangingPunct="1">
              <a:lnSpc>
                <a:spcPct val="120000"/>
              </a:lnSpc>
            </a:pPr>
            <a:r>
              <a:rPr lang="zh-CN" altLang="en-US" dirty="0">
                <a:latin typeface="Times New Roman" panose="02020603050405020304" pitchFamily="18" charset="0"/>
              </a:rPr>
              <a:t>功能子系统构成</a:t>
            </a:r>
            <a:endParaRPr lang="zh-CN" altLang="en-US" dirty="0">
              <a:latin typeface="Times New Roman" panose="02020603050405020304" pitchFamily="18" charset="0"/>
            </a:endParaRPr>
          </a:p>
          <a:p>
            <a:pPr lvl="1" algn="just" eaLnBrk="1" hangingPunct="1">
              <a:lnSpc>
                <a:spcPct val="120000"/>
              </a:lnSpc>
              <a:spcBef>
                <a:spcPts val="1200"/>
              </a:spcBef>
            </a:pPr>
            <a:r>
              <a:rPr lang="en-US" altLang="zh-CN" dirty="0">
                <a:latin typeface="Arial" panose="020B0604020202020204" pitchFamily="34" charset="0"/>
                <a:ea typeface="宋体" panose="02010600030101010101" pitchFamily="2" charset="-122"/>
                <a:cs typeface="Arial" panose="020B0604020202020204" pitchFamily="34" charset="0"/>
              </a:rPr>
              <a:t>1.</a:t>
            </a:r>
            <a:r>
              <a:rPr lang="zh-CN" altLang="en-US" dirty="0">
                <a:latin typeface="Arial" panose="020B0604020202020204" pitchFamily="34" charset="0"/>
                <a:ea typeface="宋体" panose="02010600030101010101" pitchFamily="2" charset="-122"/>
                <a:cs typeface="Arial" panose="020B0604020202020204" pitchFamily="34" charset="0"/>
              </a:rPr>
              <a:t>记录存取、事务管理子系统</a:t>
            </a:r>
            <a:endParaRPr lang="en-US" altLang="zh-CN" dirty="0">
              <a:latin typeface="Arial" panose="020B0604020202020204" pitchFamily="34" charset="0"/>
              <a:ea typeface="宋体" panose="02010600030101010101" pitchFamily="2" charset="-122"/>
              <a:cs typeface="Arial" panose="020B0604020202020204" pitchFamily="34" charset="0"/>
            </a:endParaRPr>
          </a:p>
          <a:p>
            <a:pPr lvl="1" algn="just" eaLnBrk="1" hangingPunct="1">
              <a:lnSpc>
                <a:spcPct val="120000"/>
              </a:lnSpc>
              <a:spcBef>
                <a:spcPts val="1200"/>
              </a:spcBef>
            </a:pPr>
            <a:r>
              <a:rPr lang="en-US" altLang="zh-CN" dirty="0">
                <a:latin typeface="Arial" panose="020B0604020202020204" pitchFamily="34" charset="0"/>
                <a:ea typeface="宋体" panose="02010600030101010101" pitchFamily="2" charset="-122"/>
                <a:cs typeface="Arial" panose="020B0604020202020204" pitchFamily="34" charset="0"/>
              </a:rPr>
              <a:t>2.</a:t>
            </a:r>
            <a:r>
              <a:rPr lang="zh-CN" altLang="en-US" dirty="0">
                <a:latin typeface="Arial" panose="020B0604020202020204" pitchFamily="34" charset="0"/>
                <a:ea typeface="宋体" panose="02010600030101010101" pitchFamily="2" charset="-122"/>
                <a:cs typeface="Arial" panose="020B0604020202020204" pitchFamily="34" charset="0"/>
              </a:rPr>
              <a:t>日志登记子系统</a:t>
            </a:r>
            <a:endParaRPr lang="zh-CN" altLang="en-US" dirty="0">
              <a:latin typeface="Arial" panose="020B0604020202020204" pitchFamily="34" charset="0"/>
              <a:ea typeface="宋体" panose="02010600030101010101" pitchFamily="2" charset="-122"/>
              <a:cs typeface="Arial" panose="020B0604020202020204" pitchFamily="34" charset="0"/>
            </a:endParaRPr>
          </a:p>
          <a:p>
            <a:pPr lvl="1" algn="just" eaLnBrk="1" hangingPunct="1">
              <a:lnSpc>
                <a:spcPct val="120000"/>
              </a:lnSpc>
              <a:spcBef>
                <a:spcPts val="1200"/>
              </a:spcBef>
            </a:pPr>
            <a:r>
              <a:rPr lang="en-US" altLang="zh-CN" dirty="0">
                <a:latin typeface="Arial" panose="020B0604020202020204" pitchFamily="34" charset="0"/>
                <a:ea typeface="宋体" panose="02010600030101010101" pitchFamily="2" charset="-122"/>
                <a:cs typeface="Arial" panose="020B0604020202020204" pitchFamily="34" charset="0"/>
              </a:rPr>
              <a:t>3.</a:t>
            </a:r>
            <a:r>
              <a:rPr lang="zh-CN" altLang="en-US" dirty="0">
                <a:latin typeface="Arial" panose="020B0604020202020204" pitchFamily="34" charset="0"/>
                <a:ea typeface="宋体" panose="02010600030101010101" pitchFamily="2" charset="-122"/>
                <a:cs typeface="Arial" panose="020B0604020202020204" pitchFamily="34" charset="0"/>
              </a:rPr>
              <a:t>控制信息管理模块</a:t>
            </a:r>
            <a:endParaRPr lang="zh-CN" altLang="en-US" dirty="0">
              <a:latin typeface="Arial" panose="020B0604020202020204" pitchFamily="34" charset="0"/>
              <a:ea typeface="宋体" panose="02010600030101010101" pitchFamily="2" charset="-122"/>
              <a:cs typeface="Arial" panose="020B0604020202020204" pitchFamily="34" charset="0"/>
            </a:endParaRPr>
          </a:p>
          <a:p>
            <a:pPr lvl="1" algn="just" eaLnBrk="1" hangingPunct="1">
              <a:lnSpc>
                <a:spcPct val="120000"/>
              </a:lnSpc>
              <a:spcBef>
                <a:spcPts val="1200"/>
              </a:spcBef>
            </a:pPr>
            <a:r>
              <a:rPr lang="en-US" altLang="zh-CN" dirty="0">
                <a:latin typeface="Arial" panose="020B0604020202020204" pitchFamily="34" charset="0"/>
                <a:ea typeface="宋体" panose="02010600030101010101" pitchFamily="2" charset="-122"/>
                <a:cs typeface="Arial" panose="020B0604020202020204" pitchFamily="34" charset="0"/>
              </a:rPr>
              <a:t>4.</a:t>
            </a:r>
            <a:r>
              <a:rPr lang="zh-CN" altLang="en-US" dirty="0">
                <a:latin typeface="Arial" panose="020B0604020202020204" pitchFamily="34" charset="0"/>
                <a:ea typeface="宋体" panose="02010600030101010101" pitchFamily="2" charset="-122"/>
                <a:cs typeface="Arial" panose="020B0604020202020204" pitchFamily="34" charset="0"/>
              </a:rPr>
              <a:t>排序/合并子系统</a:t>
            </a:r>
            <a:endParaRPr lang="zh-CN" altLang="en-US" dirty="0">
              <a:latin typeface="Arial" panose="020B0604020202020204" pitchFamily="34" charset="0"/>
              <a:ea typeface="宋体" panose="02010600030101010101" pitchFamily="2" charset="-122"/>
              <a:cs typeface="Arial" panose="020B0604020202020204" pitchFamily="34" charset="0"/>
            </a:endParaRPr>
          </a:p>
          <a:p>
            <a:pPr lvl="1" algn="just" eaLnBrk="1" hangingPunct="1">
              <a:lnSpc>
                <a:spcPct val="120000"/>
              </a:lnSpc>
              <a:spcBef>
                <a:spcPts val="1200"/>
              </a:spcBef>
            </a:pPr>
            <a:r>
              <a:rPr lang="en-US" altLang="zh-CN" dirty="0">
                <a:latin typeface="Arial" panose="020B0604020202020204" pitchFamily="34" charset="0"/>
                <a:ea typeface="宋体" panose="02010600030101010101" pitchFamily="2" charset="-122"/>
                <a:cs typeface="Arial" panose="020B0604020202020204" pitchFamily="34" charset="0"/>
              </a:rPr>
              <a:t>5.</a:t>
            </a:r>
            <a:r>
              <a:rPr lang="zh-CN" altLang="en-US" dirty="0">
                <a:latin typeface="Arial" panose="020B0604020202020204" pitchFamily="34" charset="0"/>
                <a:ea typeface="宋体" panose="02010600030101010101" pitchFamily="2" charset="-122"/>
                <a:cs typeface="Arial" panose="020B0604020202020204" pitchFamily="34" charset="0"/>
              </a:rPr>
              <a:t>存取路径维护子系统</a:t>
            </a:r>
            <a:endParaRPr lang="zh-CN" altLang="en-US" dirty="0">
              <a:latin typeface="Arial" panose="020B0604020202020204" pitchFamily="34" charset="0"/>
              <a:ea typeface="宋体" panose="02010600030101010101" pitchFamily="2" charset="-122"/>
              <a:cs typeface="Arial" panose="020B0604020202020204" pitchFamily="34" charset="0"/>
            </a:endParaRPr>
          </a:p>
          <a:p>
            <a:pPr lvl="1" algn="just" eaLnBrk="1" hangingPunct="1">
              <a:lnSpc>
                <a:spcPct val="120000"/>
              </a:lnSpc>
              <a:spcBef>
                <a:spcPts val="1200"/>
              </a:spcBef>
            </a:pPr>
            <a:r>
              <a:rPr lang="en-US" altLang="zh-CN" dirty="0">
                <a:latin typeface="Arial" panose="020B0604020202020204" pitchFamily="34" charset="0"/>
                <a:ea typeface="宋体" panose="02010600030101010101" pitchFamily="2" charset="-122"/>
                <a:cs typeface="Arial" panose="020B0604020202020204" pitchFamily="34" charset="0"/>
              </a:rPr>
              <a:t>6.</a:t>
            </a:r>
            <a:r>
              <a:rPr lang="zh-CN" altLang="en-US" dirty="0">
                <a:latin typeface="Arial" panose="020B0604020202020204" pitchFamily="34" charset="0"/>
                <a:ea typeface="宋体" panose="02010600030101010101" pitchFamily="2" charset="-122"/>
                <a:cs typeface="Arial" panose="020B0604020202020204" pitchFamily="34" charset="0"/>
              </a:rPr>
              <a:t>封锁子系统</a:t>
            </a:r>
            <a:endParaRPr lang="zh-CN" altLang="en-US" dirty="0">
              <a:latin typeface="Arial" panose="020B0604020202020204" pitchFamily="34" charset="0"/>
              <a:ea typeface="宋体" panose="02010600030101010101" pitchFamily="2" charset="-122"/>
              <a:cs typeface="Arial" panose="020B0604020202020204" pitchFamily="34" charset="0"/>
            </a:endParaRPr>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Arial" panose="020B0604020202020204" pitchFamily="34" charset="0"/>
                <a:ea typeface="宋体" panose="02010600030101010101" pitchFamily="2" charset="-122"/>
                <a:cs typeface="Arial" panose="020B0604020202020204" pitchFamily="34" charset="0"/>
              </a:rPr>
              <a:t>13.4.2</a:t>
            </a:r>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数据存取层的功能子系统</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578" name="Rectangle 2"/>
          <p:cNvSpPr>
            <a:spLocks noGrp="1" noChangeArrowheads="1"/>
          </p:cNvSpPr>
          <p:nvPr>
            <p:ph type="title"/>
          </p:nvPr>
        </p:nvSpPr>
        <p:spPr>
          <a:xfrm>
            <a:off x="1559496" y="1074982"/>
            <a:ext cx="9145016" cy="852488"/>
          </a:xfrm>
        </p:spPr>
        <p:txBody>
          <a:bodyPr>
            <a:noAutofit/>
          </a:bodyPr>
          <a:lstStyle/>
          <a:p>
            <a:pPr marL="342900" indent="-342900" algn="just" eaLnBrk="1" hangingPunct="1">
              <a:lnSpc>
                <a:spcPct val="90000"/>
              </a:lnSpc>
              <a:spcBef>
                <a:spcPts val="1800"/>
              </a:spcBef>
              <a:buSzPct val="100000"/>
              <a:buFont typeface="Wingdings" panose="05000000000000000000" pitchFamily="2" charset="2"/>
              <a:buChar char="v"/>
            </a:pPr>
            <a:r>
              <a:rPr lang="en-US" altLang="zh-CN" sz="2800" dirty="0">
                <a:solidFill>
                  <a:schemeClr val="tx1"/>
                </a:solidFill>
                <a:latin typeface="Arial" panose="020B0604020202020204" pitchFamily="34" charset="0"/>
                <a:ea typeface="宋体" panose="02010600030101010101" pitchFamily="2" charset="-122"/>
                <a:cs typeface="Arial" panose="020B0604020202020204" pitchFamily="34" charset="0"/>
              </a:rPr>
              <a:t>1.</a:t>
            </a:r>
            <a:r>
              <a:rPr lang="zh-CN" altLang="en-US" sz="2800" dirty="0">
                <a:solidFill>
                  <a:schemeClr val="tx1"/>
                </a:solidFill>
                <a:latin typeface="宋体" panose="02010600030101010101" pitchFamily="2" charset="-122"/>
                <a:ea typeface="宋体" panose="02010600030101010101" pitchFamily="2" charset="-122"/>
                <a:cs typeface="+mn-cs"/>
              </a:rPr>
              <a:t>记录存取子系统：</a:t>
            </a:r>
            <a:r>
              <a:rPr lang="zh-CN" altLang="zh-CN" sz="2800" dirty="0">
                <a:solidFill>
                  <a:schemeClr val="tx1"/>
                </a:solidFill>
                <a:latin typeface="宋体" panose="02010600030101010101" pitchFamily="2" charset="-122"/>
                <a:ea typeface="宋体" panose="02010600030101010101" pitchFamily="2" charset="-122"/>
                <a:cs typeface="+mn-cs"/>
              </a:rPr>
              <a:t>按某个属性值直接取一个元组和顺序取一个元组的存取原语</a:t>
            </a:r>
            <a:endParaRPr lang="zh-CN" altLang="en-US" sz="2800" dirty="0">
              <a:solidFill>
                <a:schemeClr val="tx1"/>
              </a:solidFill>
              <a:latin typeface="宋体" panose="02010600030101010101" pitchFamily="2" charset="-122"/>
              <a:ea typeface="宋体" panose="02010600030101010101" pitchFamily="2" charset="-122"/>
              <a:cs typeface="+mn-cs"/>
            </a:endParaRPr>
          </a:p>
        </p:txBody>
      </p:sp>
      <p:sp>
        <p:nvSpPr>
          <p:cNvPr id="280579" name="Rectangle 3"/>
          <p:cNvSpPr>
            <a:spLocks noGrp="1" noChangeArrowheads="1"/>
          </p:cNvSpPr>
          <p:nvPr>
            <p:ph type="body" idx="1"/>
          </p:nvPr>
        </p:nvSpPr>
        <p:spPr>
          <a:xfrm>
            <a:off x="2135560" y="2132856"/>
            <a:ext cx="8221663" cy="3806825"/>
          </a:xfrm>
        </p:spPr>
        <p:txBody>
          <a:bodyPr/>
          <a:lstStyle/>
          <a:p>
            <a:pPr algn="just" eaLnBrk="1" hangingPunct="1">
              <a:spcAft>
                <a:spcPct val="20000"/>
              </a:spcAft>
              <a:buFont typeface="Wingdings" panose="05000000000000000000" pitchFamily="2" charset="2"/>
              <a:buChar char="n"/>
            </a:pPr>
            <a:r>
              <a:rPr lang="zh-CN" altLang="en-US" sz="2400" dirty="0">
                <a:latin typeface="Times New Roman" panose="02020603050405020304" pitchFamily="18" charset="0"/>
              </a:rPr>
              <a:t>在某个存取路径上按属性值找元组（</a:t>
            </a:r>
            <a:r>
              <a:rPr lang="en-US" altLang="zh-CN" sz="2400" dirty="0"/>
              <a:t>FIND</a:t>
            </a:r>
            <a:r>
              <a:rPr lang="en-US" altLang="zh-CN" sz="2400" dirty="0">
                <a:latin typeface="Times New Roman" panose="02020603050405020304" pitchFamily="18" charset="0"/>
              </a:rPr>
              <a:t>）</a:t>
            </a:r>
            <a:endParaRPr lang="en-US" altLang="zh-CN" sz="2400" dirty="0"/>
          </a:p>
          <a:p>
            <a:pPr algn="just" eaLnBrk="1" hangingPunct="1">
              <a:spcAft>
                <a:spcPct val="20000"/>
              </a:spcAft>
              <a:buFont typeface="Wingdings" panose="05000000000000000000" pitchFamily="2" charset="2"/>
              <a:buChar char="n"/>
            </a:pPr>
            <a:r>
              <a:rPr lang="zh-CN" altLang="en-US" sz="2400" dirty="0">
                <a:latin typeface="Times New Roman" panose="02020603050405020304" pitchFamily="18" charset="0"/>
              </a:rPr>
              <a:t>按相对位置找元组（</a:t>
            </a:r>
            <a:r>
              <a:rPr lang="en-US" altLang="zh-CN" sz="2400" dirty="0">
                <a:cs typeface="Arial" panose="020B0604020202020204" pitchFamily="34" charset="0"/>
              </a:rPr>
              <a:t>NEXT，PRIOR，FIRST，LAST</a:t>
            </a:r>
            <a:r>
              <a:rPr lang="en-US" altLang="zh-CN" sz="2400" dirty="0">
                <a:latin typeface="Times New Roman" panose="02020603050405020304" pitchFamily="18" charset="0"/>
              </a:rPr>
              <a:t>）</a:t>
            </a:r>
            <a:endParaRPr lang="en-US" altLang="zh-CN" sz="2400" dirty="0"/>
          </a:p>
          <a:p>
            <a:pPr algn="just">
              <a:spcAft>
                <a:spcPct val="20000"/>
              </a:spcAft>
              <a:buFont typeface="Wingdings" panose="05000000000000000000" pitchFamily="2" charset="2"/>
              <a:buChar char="n"/>
            </a:pPr>
            <a:r>
              <a:rPr lang="zh-CN" altLang="en-US" sz="2400" dirty="0">
                <a:latin typeface="Times New Roman" panose="02020603050405020304" pitchFamily="18" charset="0"/>
              </a:rPr>
              <a:t>给某关系增加一个元组（</a:t>
            </a:r>
            <a:r>
              <a:rPr lang="en-US" altLang="zh-CN" sz="2400" dirty="0"/>
              <a:t>INSERT</a:t>
            </a:r>
            <a:r>
              <a:rPr lang="en-US" altLang="zh-CN" sz="2400" dirty="0">
                <a:latin typeface="Times New Roman" panose="02020603050405020304" pitchFamily="18" charset="0"/>
              </a:rPr>
              <a:t>）</a:t>
            </a:r>
            <a:endParaRPr lang="en-US" altLang="zh-CN" sz="2400" dirty="0"/>
          </a:p>
          <a:p>
            <a:pPr algn="just" eaLnBrk="1" hangingPunct="1">
              <a:spcAft>
                <a:spcPct val="20000"/>
              </a:spcAft>
              <a:buFont typeface="Wingdings" panose="05000000000000000000" pitchFamily="2" charset="2"/>
              <a:buChar char="n"/>
            </a:pPr>
            <a:r>
              <a:rPr lang="zh-CN" altLang="en-US" sz="2400" dirty="0">
                <a:latin typeface="Times New Roman" panose="02020603050405020304" pitchFamily="18" charset="0"/>
              </a:rPr>
              <a:t>从找到的元组中取某个属性值（</a:t>
            </a:r>
            <a:r>
              <a:rPr lang="en-US" altLang="zh-CN" sz="2400" dirty="0"/>
              <a:t>GET</a:t>
            </a:r>
            <a:r>
              <a:rPr lang="en-US" altLang="zh-CN" sz="2400" dirty="0">
                <a:latin typeface="Times New Roman" panose="02020603050405020304" pitchFamily="18" charset="0"/>
              </a:rPr>
              <a:t>）</a:t>
            </a:r>
            <a:endParaRPr lang="en-US" altLang="zh-CN" sz="2400" dirty="0"/>
          </a:p>
          <a:p>
            <a:pPr algn="just">
              <a:spcAft>
                <a:spcPct val="20000"/>
              </a:spcAft>
              <a:buFont typeface="Wingdings" panose="05000000000000000000" pitchFamily="2" charset="2"/>
              <a:buChar char="n"/>
            </a:pPr>
            <a:r>
              <a:rPr lang="zh-CN" altLang="en-US" sz="2400" dirty="0">
                <a:latin typeface="Times New Roman" panose="02020603050405020304" pitchFamily="18" charset="0"/>
              </a:rPr>
              <a:t>从某关系中删去一个元组（</a:t>
            </a:r>
            <a:r>
              <a:rPr lang="en-US" altLang="zh-CN" sz="2400" dirty="0"/>
              <a:t>DELETE</a:t>
            </a:r>
            <a:r>
              <a:rPr lang="en-US" altLang="zh-CN" sz="2400" dirty="0">
                <a:latin typeface="Times New Roman" panose="02020603050405020304" pitchFamily="18" charset="0"/>
              </a:rPr>
              <a:t>）</a:t>
            </a:r>
            <a:endParaRPr lang="en-US" altLang="zh-CN" sz="2400" dirty="0"/>
          </a:p>
          <a:p>
            <a:pPr eaLnBrk="1" hangingPunct="1">
              <a:spcAft>
                <a:spcPct val="20000"/>
              </a:spcAft>
              <a:buFont typeface="Wingdings" panose="05000000000000000000" pitchFamily="2" charset="2"/>
              <a:buChar char="n"/>
            </a:pPr>
            <a:r>
              <a:rPr lang="zh-CN" altLang="en-US" sz="2400" dirty="0">
                <a:latin typeface="宋体" panose="02010600030101010101" pitchFamily="2" charset="-122"/>
              </a:rPr>
              <a:t>把某修改完的元组写回关系中（</a:t>
            </a:r>
            <a:r>
              <a:rPr lang="en-US" altLang="zh-CN" sz="2400" dirty="0"/>
              <a:t>REPLACE</a:t>
            </a:r>
            <a:r>
              <a:rPr lang="en-US" altLang="zh-CN" sz="2400" dirty="0">
                <a:latin typeface="宋体" panose="02010600030101010101" pitchFamily="2" charset="-122"/>
              </a:rPr>
              <a:t>）</a:t>
            </a:r>
            <a:r>
              <a:rPr lang="en-US" altLang="zh-CN" sz="2400" dirty="0"/>
              <a:t> </a:t>
            </a:r>
            <a:endParaRPr lang="zh-CN" altLang="en-US" sz="2400" dirty="0"/>
          </a:p>
        </p:txBody>
      </p:sp>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626" name="Rectangle 2"/>
          <p:cNvSpPr>
            <a:spLocks noGrp="1" noChangeArrowheads="1"/>
          </p:cNvSpPr>
          <p:nvPr>
            <p:ph type="title"/>
          </p:nvPr>
        </p:nvSpPr>
        <p:spPr>
          <a:xfrm>
            <a:off x="1696616" y="992190"/>
            <a:ext cx="8401051" cy="852488"/>
          </a:xfrm>
        </p:spPr>
        <p:txBody>
          <a:bodyPr/>
          <a:lstStyle/>
          <a:p>
            <a:pPr marL="342900" indent="-342900" algn="just" eaLnBrk="1" hangingPunct="1">
              <a:lnSpc>
                <a:spcPct val="90000"/>
              </a:lnSpc>
              <a:spcBef>
                <a:spcPts val="1800"/>
              </a:spcBef>
              <a:buSzPct val="100000"/>
              <a:buFont typeface="Wingdings" panose="05000000000000000000" pitchFamily="2" charset="2"/>
              <a:buChar char="v"/>
            </a:pPr>
            <a:r>
              <a:rPr lang="en-US" altLang="zh-CN" sz="2800" dirty="0">
                <a:solidFill>
                  <a:schemeClr val="tx1"/>
                </a:solidFill>
                <a:latin typeface="Arial" panose="020B0604020202020204" pitchFamily="34" charset="0"/>
                <a:ea typeface="宋体" panose="02010600030101010101" pitchFamily="2" charset="-122"/>
                <a:cs typeface="Arial" panose="020B0604020202020204" pitchFamily="34" charset="0"/>
              </a:rPr>
              <a:t>1.</a:t>
            </a:r>
            <a:r>
              <a:rPr lang="zh-CN" altLang="en-US" sz="2800" dirty="0">
                <a:solidFill>
                  <a:schemeClr val="tx1"/>
                </a:solidFill>
                <a:latin typeface="宋体" panose="02010600030101010101" pitchFamily="2" charset="-122"/>
                <a:ea typeface="宋体" panose="02010600030101010101" pitchFamily="2" charset="-122"/>
                <a:cs typeface="+mn-cs"/>
              </a:rPr>
              <a:t>事务管理子系统：</a:t>
            </a:r>
            <a:r>
              <a:rPr lang="zh-CN" altLang="zh-CN" sz="2800" dirty="0">
                <a:solidFill>
                  <a:schemeClr val="tx1"/>
                </a:solidFill>
                <a:latin typeface="宋体" panose="02010600030101010101" pitchFamily="2" charset="-122"/>
                <a:ea typeface="宋体" panose="02010600030101010101" pitchFamily="2" charset="-122"/>
                <a:cs typeface="+mn-cs"/>
              </a:rPr>
              <a:t>定义和控制事务的操作</a:t>
            </a:r>
            <a:endParaRPr lang="zh-CN" altLang="en-US" sz="2800" dirty="0">
              <a:solidFill>
                <a:schemeClr val="tx1"/>
              </a:solidFill>
              <a:latin typeface="宋体" panose="02010600030101010101" pitchFamily="2" charset="-122"/>
              <a:ea typeface="宋体" panose="02010600030101010101" pitchFamily="2" charset="-122"/>
              <a:cs typeface="+mn-cs"/>
            </a:endParaRPr>
          </a:p>
        </p:txBody>
      </p:sp>
      <p:sp>
        <p:nvSpPr>
          <p:cNvPr id="282627" name="Rectangle 3"/>
          <p:cNvSpPr>
            <a:spLocks noGrp="1" noChangeArrowheads="1"/>
          </p:cNvSpPr>
          <p:nvPr>
            <p:ph type="body" idx="1"/>
          </p:nvPr>
        </p:nvSpPr>
        <p:spPr>
          <a:xfrm>
            <a:off x="2087563" y="1844678"/>
            <a:ext cx="8401051" cy="3641725"/>
          </a:xfrm>
        </p:spPr>
        <p:txBody>
          <a:bodyPr/>
          <a:lstStyle/>
          <a:p>
            <a:pPr algn="just" eaLnBrk="1" hangingPunct="1">
              <a:buFont typeface="Wingdings" panose="05000000000000000000" pitchFamily="2" charset="2"/>
              <a:buChar char="n"/>
            </a:pPr>
            <a:r>
              <a:rPr lang="zh-CN" altLang="en-US" sz="2400" dirty="0">
                <a:latin typeface="Times New Roman" panose="02020603050405020304" pitchFamily="18" charset="0"/>
              </a:rPr>
              <a:t>定义事务开始（</a:t>
            </a:r>
            <a:r>
              <a:rPr lang="en-US" altLang="zh-CN" sz="2400" dirty="0"/>
              <a:t>BEGIN TRANSACTION</a:t>
            </a:r>
            <a:r>
              <a:rPr lang="en-US" altLang="zh-CN" sz="2400" dirty="0">
                <a:latin typeface="Times New Roman" panose="02020603050405020304" pitchFamily="18" charset="0"/>
              </a:rPr>
              <a:t>）</a:t>
            </a:r>
            <a:endParaRPr lang="en-US" altLang="zh-CN" sz="2400" dirty="0"/>
          </a:p>
          <a:p>
            <a:pPr algn="just" eaLnBrk="1" hangingPunct="1">
              <a:buFont typeface="Wingdings" panose="05000000000000000000" pitchFamily="2" charset="2"/>
              <a:buChar char="n"/>
            </a:pPr>
            <a:r>
              <a:rPr lang="zh-CN" altLang="en-US" sz="2400" dirty="0">
                <a:latin typeface="Times New Roman" panose="02020603050405020304" pitchFamily="18" charset="0"/>
              </a:rPr>
              <a:t>事务提交（</a:t>
            </a:r>
            <a:r>
              <a:rPr lang="en-US" altLang="zh-CN" sz="2400" dirty="0"/>
              <a:t>COMMIT</a:t>
            </a:r>
            <a:r>
              <a:rPr lang="en-US" altLang="zh-CN" sz="2400" dirty="0">
                <a:latin typeface="Times New Roman" panose="02020603050405020304" pitchFamily="18" charset="0"/>
              </a:rPr>
              <a:t>）</a:t>
            </a:r>
            <a:endParaRPr lang="en-US" altLang="zh-CN" sz="2400" dirty="0"/>
          </a:p>
          <a:p>
            <a:pPr eaLnBrk="1" hangingPunct="1">
              <a:buFont typeface="Wingdings" panose="05000000000000000000" pitchFamily="2" charset="2"/>
              <a:buChar char="n"/>
            </a:pPr>
            <a:r>
              <a:rPr lang="zh-CN" altLang="en-US" sz="2400" dirty="0">
                <a:latin typeface="宋体" panose="02010600030101010101" pitchFamily="2" charset="-122"/>
              </a:rPr>
              <a:t>事务回滚（</a:t>
            </a:r>
            <a:r>
              <a:rPr lang="en-US" altLang="zh-CN" sz="2400" dirty="0"/>
              <a:t>ROLLBACK</a:t>
            </a:r>
            <a:r>
              <a:rPr lang="en-US" altLang="zh-CN" sz="2400" dirty="0">
                <a:latin typeface="宋体" panose="02010600030101010101" pitchFamily="2" charset="-122"/>
              </a:rPr>
              <a:t>）</a:t>
            </a:r>
            <a:r>
              <a:rPr lang="en-US" altLang="zh-CN" sz="2400" dirty="0"/>
              <a:t> </a:t>
            </a:r>
            <a:endParaRPr lang="zh-CN" altLang="en-US" sz="2400" dirty="0"/>
          </a:p>
        </p:txBody>
      </p:sp>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675" name="Rectangle 3"/>
          <p:cNvSpPr>
            <a:spLocks noGrp="1" noChangeArrowheads="1"/>
          </p:cNvSpPr>
          <p:nvPr>
            <p:ph type="body" idx="1"/>
          </p:nvPr>
        </p:nvSpPr>
        <p:spPr>
          <a:xfrm>
            <a:off x="1809749" y="897112"/>
            <a:ext cx="8401051" cy="5431457"/>
          </a:xfrm>
        </p:spPr>
        <p:txBody>
          <a:bodyPr>
            <a:normAutofit lnSpcReduction="10000"/>
          </a:bodyPr>
          <a:lstStyle/>
          <a:p>
            <a:pPr eaLnBrk="1" hangingPunct="1">
              <a:lnSpc>
                <a:spcPct val="130000"/>
              </a:lnSpc>
              <a:spcBef>
                <a:spcPts val="0"/>
              </a:spcBef>
            </a:pPr>
            <a:r>
              <a:rPr lang="en-US" altLang="zh-CN" dirty="0">
                <a:solidFill>
                  <a:schemeClr val="tx1"/>
                </a:solidFill>
                <a:cs typeface="Arial" panose="020B0604020202020204" pitchFamily="34" charset="0"/>
              </a:rPr>
              <a:t>2.</a:t>
            </a:r>
            <a:r>
              <a:rPr lang="zh-CN" altLang="en-US" dirty="0">
                <a:solidFill>
                  <a:schemeClr val="tx1"/>
                </a:solidFill>
                <a:latin typeface="宋体" panose="02010600030101010101" pitchFamily="2" charset="-122"/>
              </a:rPr>
              <a:t>日志登记子系统：</a:t>
            </a:r>
            <a:r>
              <a:rPr lang="zh-CN" altLang="zh-CN" dirty="0">
                <a:solidFill>
                  <a:schemeClr val="tx1"/>
                </a:solidFill>
                <a:latin typeface="宋体" panose="02010600030101010101" pitchFamily="2" charset="-122"/>
              </a:rPr>
              <a:t>完成关系数据库管理系统对事务和数据库的恢复任务</a:t>
            </a:r>
            <a:r>
              <a:rPr lang="zh-CN" altLang="en-US" dirty="0">
                <a:solidFill>
                  <a:schemeClr val="tx1"/>
                </a:solidFill>
                <a:latin typeface="宋体" panose="02010600030101010101" pitchFamily="2" charset="-122"/>
              </a:rPr>
              <a:t>。写入日志记录的操作：</a:t>
            </a:r>
            <a:endParaRPr lang="en-US" altLang="zh-CN" dirty="0">
              <a:solidFill>
                <a:schemeClr val="tx1"/>
              </a:solidFill>
              <a:latin typeface="宋体" panose="02010600030101010101" pitchFamily="2" charset="-122"/>
            </a:endParaRPr>
          </a:p>
          <a:p>
            <a:pPr lvl="1" eaLnBrk="1" hangingPunct="1">
              <a:lnSpc>
                <a:spcPct val="130000"/>
              </a:lnSpc>
              <a:spcBef>
                <a:spcPts val="0"/>
              </a:spcBef>
            </a:pPr>
            <a:r>
              <a:rPr lang="zh-CN" altLang="zh-CN" dirty="0">
                <a:solidFill>
                  <a:schemeClr val="tx1"/>
                </a:solidFill>
                <a:latin typeface="宋体" panose="02010600030101010101" pitchFamily="2" charset="-122"/>
                <a:ea typeface="宋体" panose="02010600030101010101" pitchFamily="2" charset="-122"/>
              </a:rPr>
              <a:t>事务的开始、回滚、提交</a:t>
            </a:r>
            <a:endParaRPr lang="en-US" altLang="zh-CN" dirty="0">
              <a:latin typeface="宋体" panose="02010600030101010101" pitchFamily="2" charset="-122"/>
              <a:ea typeface="宋体" panose="02010600030101010101" pitchFamily="2" charset="-122"/>
            </a:endParaRPr>
          </a:p>
          <a:p>
            <a:pPr lvl="1" eaLnBrk="1" hangingPunct="1">
              <a:lnSpc>
                <a:spcPct val="130000"/>
              </a:lnSpc>
              <a:spcBef>
                <a:spcPts val="0"/>
              </a:spcBef>
            </a:pPr>
            <a:r>
              <a:rPr lang="zh-CN" altLang="zh-CN" dirty="0">
                <a:solidFill>
                  <a:schemeClr val="tx1"/>
                </a:solidFill>
                <a:latin typeface="宋体" panose="02010600030101010101" pitchFamily="2" charset="-122"/>
                <a:ea typeface="宋体" panose="02010600030101010101" pitchFamily="2" charset="-122"/>
              </a:rPr>
              <a:t>元组的插入、删除、修改</a:t>
            </a:r>
            <a:endParaRPr lang="en-US" altLang="zh-CN" dirty="0">
              <a:latin typeface="宋体" panose="02010600030101010101" pitchFamily="2" charset="-122"/>
              <a:ea typeface="宋体" panose="02010600030101010101" pitchFamily="2" charset="-122"/>
            </a:endParaRPr>
          </a:p>
          <a:p>
            <a:pPr lvl="1" eaLnBrk="1" hangingPunct="1">
              <a:lnSpc>
                <a:spcPct val="130000"/>
              </a:lnSpc>
              <a:spcBef>
                <a:spcPts val="0"/>
              </a:spcBef>
            </a:pPr>
            <a:r>
              <a:rPr lang="zh-CN" altLang="zh-CN" dirty="0">
                <a:solidFill>
                  <a:schemeClr val="tx1"/>
                </a:solidFill>
                <a:latin typeface="宋体" panose="02010600030101010101" pitchFamily="2" charset="-122"/>
                <a:ea typeface="宋体" panose="02010600030101010101" pitchFamily="2" charset="-122"/>
              </a:rPr>
              <a:t>索引记录的插入、删除、修改等</a:t>
            </a:r>
            <a:endParaRPr lang="en-US" altLang="zh-CN" dirty="0">
              <a:solidFill>
                <a:schemeClr val="tx1"/>
              </a:solidFill>
              <a:latin typeface="宋体" panose="02010600030101010101" pitchFamily="2" charset="-122"/>
              <a:ea typeface="宋体" panose="02010600030101010101" pitchFamily="2" charset="-122"/>
            </a:endParaRPr>
          </a:p>
          <a:p>
            <a:pPr eaLnBrk="1" hangingPunct="1">
              <a:lnSpc>
                <a:spcPct val="130000"/>
              </a:lnSpc>
              <a:spcBef>
                <a:spcPts val="0"/>
              </a:spcBef>
            </a:pPr>
            <a:r>
              <a:rPr lang="zh-CN" altLang="zh-CN" kern="1050" dirty="0">
                <a:effectLst/>
                <a:latin typeface="Times New Roman" panose="02020603050405020304" pitchFamily="18" charset="0"/>
                <a:ea typeface="宋体" panose="02010600030101010101" pitchFamily="2" charset="-122"/>
                <a:cs typeface="Times New Roman" panose="02020603050405020304" pitchFamily="18" charset="0"/>
              </a:rPr>
              <a:t>与日志文件有关的主要操作</a:t>
            </a:r>
            <a:endParaRPr lang="en-US" altLang="zh-CN" dirty="0">
              <a:latin typeface="Times New Roman" panose="02020603050405020304" pitchFamily="18" charset="0"/>
            </a:endParaRPr>
          </a:p>
          <a:p>
            <a:pPr lvl="1" algn="just" eaLnBrk="1" hangingPunct="1">
              <a:lnSpc>
                <a:spcPct val="130000"/>
              </a:lnSpc>
              <a:spcBef>
                <a:spcPts val="0"/>
              </a:spcBef>
            </a:pPr>
            <a:r>
              <a:rPr lang="zh-CN" altLang="en-US" dirty="0">
                <a:latin typeface="Times New Roman" panose="02020603050405020304" pitchFamily="18" charset="0"/>
              </a:rPr>
              <a:t>写日志记录（</a:t>
            </a:r>
            <a:r>
              <a:rPr lang="en-US" altLang="zh-CN" dirty="0"/>
              <a:t>WRITELOG</a:t>
            </a:r>
            <a:r>
              <a:rPr lang="en-US" altLang="zh-CN" dirty="0">
                <a:latin typeface="Times New Roman" panose="02020603050405020304" pitchFamily="18" charset="0"/>
              </a:rPr>
              <a:t>）</a:t>
            </a:r>
            <a:endParaRPr lang="en-US" altLang="zh-CN" b="0" dirty="0"/>
          </a:p>
          <a:p>
            <a:pPr lvl="1" algn="just" eaLnBrk="1" hangingPunct="1">
              <a:lnSpc>
                <a:spcPct val="130000"/>
              </a:lnSpc>
              <a:spcBef>
                <a:spcPts val="0"/>
              </a:spcBef>
            </a:pPr>
            <a:r>
              <a:rPr lang="zh-CN" altLang="en-US" dirty="0">
                <a:latin typeface="Times New Roman" panose="02020603050405020304" pitchFamily="18" charset="0"/>
              </a:rPr>
              <a:t>读日志记录（</a:t>
            </a:r>
            <a:r>
              <a:rPr lang="en-US" altLang="zh-CN" dirty="0"/>
              <a:t>READLOG</a:t>
            </a:r>
            <a:r>
              <a:rPr lang="en-US" altLang="zh-CN" dirty="0">
                <a:latin typeface="Times New Roman" panose="02020603050405020304" pitchFamily="18" charset="0"/>
              </a:rPr>
              <a:t>）</a:t>
            </a:r>
            <a:endParaRPr lang="en-US" altLang="zh-CN" b="0" dirty="0"/>
          </a:p>
          <a:p>
            <a:pPr lvl="1" algn="just" eaLnBrk="1" hangingPunct="1">
              <a:lnSpc>
                <a:spcPct val="130000"/>
              </a:lnSpc>
              <a:spcBef>
                <a:spcPts val="0"/>
              </a:spcBef>
            </a:pPr>
            <a:r>
              <a:rPr lang="zh-CN" altLang="en-US" dirty="0">
                <a:latin typeface="Times New Roman" panose="02020603050405020304" pitchFamily="18" charset="0"/>
              </a:rPr>
              <a:t>扫描日志文件（</a:t>
            </a:r>
            <a:r>
              <a:rPr lang="en-US" altLang="zh-CN" dirty="0"/>
              <a:t>SCANLOG</a:t>
            </a:r>
            <a:r>
              <a:rPr lang="en-US" altLang="zh-CN" dirty="0">
                <a:latin typeface="Times New Roman" panose="02020603050405020304" pitchFamily="18" charset="0"/>
              </a:rPr>
              <a:t>）</a:t>
            </a:r>
            <a:endParaRPr lang="en-US" altLang="zh-CN" b="0" dirty="0"/>
          </a:p>
          <a:p>
            <a:pPr lvl="1" algn="just" eaLnBrk="1" hangingPunct="1">
              <a:lnSpc>
                <a:spcPct val="130000"/>
              </a:lnSpc>
              <a:spcBef>
                <a:spcPts val="0"/>
              </a:spcBef>
            </a:pPr>
            <a:r>
              <a:rPr lang="zh-CN" altLang="en-US" dirty="0">
                <a:latin typeface="Times New Roman" panose="02020603050405020304" pitchFamily="18" charset="0"/>
              </a:rPr>
              <a:t>撤消尚未结束的事务（</a:t>
            </a:r>
            <a:r>
              <a:rPr lang="en-US" altLang="zh-CN" dirty="0"/>
              <a:t>UNDO</a:t>
            </a:r>
            <a:r>
              <a:rPr lang="en-US" altLang="zh-CN" dirty="0">
                <a:latin typeface="Times New Roman" panose="02020603050405020304" pitchFamily="18" charset="0"/>
              </a:rPr>
              <a:t>）</a:t>
            </a:r>
            <a:endParaRPr lang="en-US" altLang="zh-CN" b="0" dirty="0"/>
          </a:p>
          <a:p>
            <a:pPr lvl="1" eaLnBrk="1" hangingPunct="1">
              <a:lnSpc>
                <a:spcPct val="130000"/>
              </a:lnSpc>
              <a:spcBef>
                <a:spcPts val="0"/>
              </a:spcBef>
            </a:pPr>
            <a:r>
              <a:rPr lang="zh-CN" altLang="en-US" dirty="0">
                <a:latin typeface="宋体" panose="02010600030101010101" pitchFamily="2" charset="-122"/>
              </a:rPr>
              <a:t>重做已经结束的事务（</a:t>
            </a:r>
            <a:r>
              <a:rPr lang="en-US" altLang="zh-CN" dirty="0"/>
              <a:t>REDO</a:t>
            </a:r>
            <a:r>
              <a:rPr lang="en-US" altLang="zh-CN" dirty="0">
                <a:latin typeface="宋体" panose="02010600030101010101" pitchFamily="2" charset="-122"/>
              </a:rPr>
              <a:t>）</a:t>
            </a:r>
            <a:r>
              <a:rPr lang="en-US" altLang="zh-CN" b="0" dirty="0"/>
              <a:t> </a:t>
            </a:r>
            <a:endParaRPr lang="en-US" altLang="zh-CN" b="0" dirty="0"/>
          </a:p>
        </p:txBody>
      </p:sp>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23" name="Rectangle 3"/>
          <p:cNvSpPr>
            <a:spLocks noGrp="1" noChangeArrowheads="1"/>
          </p:cNvSpPr>
          <p:nvPr>
            <p:ph type="body" idx="1"/>
          </p:nvPr>
        </p:nvSpPr>
        <p:spPr>
          <a:xfrm>
            <a:off x="2135560" y="1196752"/>
            <a:ext cx="8280920" cy="3376837"/>
          </a:xfrm>
        </p:spPr>
        <p:txBody>
          <a:bodyPr/>
          <a:lstStyle/>
          <a:p>
            <a:pPr eaLnBrk="1" hangingPunct="1">
              <a:lnSpc>
                <a:spcPct val="130000"/>
              </a:lnSpc>
              <a:spcBef>
                <a:spcPts val="0"/>
              </a:spcBef>
            </a:pPr>
            <a:r>
              <a:rPr lang="en-US" altLang="zh-CN" dirty="0">
                <a:cs typeface="Arial" panose="020B0604020202020204" pitchFamily="34" charset="0"/>
              </a:rPr>
              <a:t>3.</a:t>
            </a:r>
            <a:r>
              <a:rPr lang="zh-CN" altLang="en-US" dirty="0">
                <a:latin typeface="宋体" panose="02010600030101010101" pitchFamily="2" charset="-122"/>
              </a:rPr>
              <a:t>控制信息管理模块</a:t>
            </a:r>
            <a:endParaRPr lang="en-US" altLang="zh-CN" dirty="0">
              <a:latin typeface="宋体" panose="02010600030101010101" pitchFamily="2" charset="-122"/>
            </a:endParaRPr>
          </a:p>
          <a:p>
            <a:pPr lvl="1" eaLnBrk="1" hangingPunct="1">
              <a:lnSpc>
                <a:spcPct val="130000"/>
              </a:lnSpc>
            </a:pPr>
            <a:r>
              <a:rPr lang="zh-CN" altLang="zh-CN" dirty="0">
                <a:latin typeface="宋体" panose="02010600030101010101" pitchFamily="2" charset="-122"/>
                <a:ea typeface="宋体" panose="02010600030101010101" pitchFamily="2" charset="-122"/>
              </a:rPr>
              <a:t>利用专门的数据区（内存中）登记不同记录类型以及不同存取路径的说明信息和控制信息。</a:t>
            </a:r>
            <a:endParaRPr lang="en-US" altLang="zh-CN" dirty="0">
              <a:latin typeface="宋体" panose="02010600030101010101" pitchFamily="2" charset="-122"/>
              <a:ea typeface="宋体" panose="02010600030101010101" pitchFamily="2" charset="-122"/>
            </a:endParaRPr>
          </a:p>
          <a:p>
            <a:pPr lvl="1" eaLnBrk="1" hangingPunct="1">
              <a:lnSpc>
                <a:spcPct val="130000"/>
              </a:lnSpc>
            </a:pPr>
            <a:r>
              <a:rPr lang="zh-CN" altLang="zh-CN" dirty="0">
                <a:latin typeface="宋体" panose="02010600030101010101" pitchFamily="2" charset="-122"/>
                <a:ea typeface="宋体" panose="02010600030101010101" pitchFamily="2" charset="-122"/>
              </a:rPr>
              <a:t>和事务管理、记录存取子系统一起保证事务的正常运行</a:t>
            </a:r>
            <a:endParaRPr lang="zh-CN" altLang="en-US" dirty="0">
              <a:latin typeface="宋体" panose="02010600030101010101" pitchFamily="2" charset="-122"/>
              <a:ea typeface="宋体" panose="02010600030101010101" pitchFamily="2" charset="-122"/>
            </a:endParaRPr>
          </a:p>
          <a:p>
            <a:pPr lvl="1" eaLnBrk="1" hangingPunct="1"/>
            <a:r>
              <a:rPr lang="zh-CN" altLang="en-US" dirty="0">
                <a:latin typeface="宋体" panose="02010600030101010101" pitchFamily="2" charset="-122"/>
                <a:ea typeface="宋体" panose="02010600030101010101" pitchFamily="2" charset="-122"/>
              </a:rPr>
              <a:t>对数据字典中说明信息的读取、增加、删除和修改操作 </a:t>
            </a:r>
            <a:endParaRPr lang="zh-CN" altLang="en-US" dirty="0">
              <a:latin typeface="宋体" panose="02010600030101010101" pitchFamily="2" charset="-122"/>
              <a:ea typeface="宋体" panose="02010600030101010101" pitchFamily="2" charset="-122"/>
            </a:endParaRPr>
          </a:p>
        </p:txBody>
      </p:sp>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771" name="Rectangle 3"/>
          <p:cNvSpPr>
            <a:spLocks noGrp="1" noChangeArrowheads="1"/>
          </p:cNvSpPr>
          <p:nvPr>
            <p:ph type="body" idx="1"/>
          </p:nvPr>
        </p:nvSpPr>
        <p:spPr>
          <a:xfrm>
            <a:off x="2063552" y="1268761"/>
            <a:ext cx="8223448" cy="4031906"/>
          </a:xfrm>
        </p:spPr>
        <p:txBody>
          <a:bodyPr/>
          <a:lstStyle/>
          <a:p>
            <a:pPr eaLnBrk="1" hangingPunct="1">
              <a:lnSpc>
                <a:spcPct val="130000"/>
              </a:lnSpc>
              <a:spcBef>
                <a:spcPts val="0"/>
              </a:spcBef>
            </a:pPr>
            <a:r>
              <a:rPr lang="en-US" altLang="zh-CN" dirty="0">
                <a:cs typeface="Arial" panose="020B0604020202020204" pitchFamily="34" charset="0"/>
              </a:rPr>
              <a:t>4.</a:t>
            </a:r>
            <a:r>
              <a:rPr lang="zh-CN" altLang="en-US" dirty="0">
                <a:latin typeface="宋体" panose="02010600030101010101" pitchFamily="2" charset="-122"/>
              </a:rPr>
              <a:t>排序</a:t>
            </a:r>
            <a:r>
              <a:rPr lang="en-US" altLang="zh-CN" dirty="0">
                <a:latin typeface="宋体" panose="02010600030101010101" pitchFamily="2" charset="-122"/>
              </a:rPr>
              <a:t>/</a:t>
            </a:r>
            <a:r>
              <a:rPr lang="zh-CN" altLang="en-US" dirty="0">
                <a:latin typeface="宋体" panose="02010600030101010101" pitchFamily="2" charset="-122"/>
              </a:rPr>
              <a:t>合并子系统</a:t>
            </a:r>
            <a:endParaRPr lang="zh-CN" altLang="en-US" dirty="0">
              <a:latin typeface="宋体" panose="02010600030101010101" pitchFamily="2" charset="-122"/>
            </a:endParaRPr>
          </a:p>
          <a:p>
            <a:pPr marL="0" indent="0" algn="just" eaLnBrk="1" hangingPunct="1">
              <a:buNone/>
            </a:pPr>
            <a:r>
              <a:rPr lang="zh-CN" altLang="en-US" sz="2400" dirty="0">
                <a:latin typeface="宋体" panose="02010600030101010101" pitchFamily="2" charset="-122"/>
              </a:rPr>
              <a:t>  </a:t>
            </a:r>
            <a:r>
              <a:rPr lang="zh-CN" altLang="en-US" sz="2400" dirty="0">
                <a:cs typeface="Arial" panose="020B0604020202020204" pitchFamily="34" charset="0"/>
              </a:rPr>
              <a:t>（</a:t>
            </a:r>
            <a:r>
              <a:rPr lang="en-US" altLang="zh-CN" sz="2400" dirty="0">
                <a:cs typeface="Arial" panose="020B0604020202020204" pitchFamily="34" charset="0"/>
              </a:rPr>
              <a:t>1</a:t>
            </a:r>
            <a:r>
              <a:rPr lang="zh-CN" altLang="en-US" sz="2400" dirty="0">
                <a:cs typeface="Arial" panose="020B0604020202020204" pitchFamily="34" charset="0"/>
              </a:rPr>
              <a:t>）</a:t>
            </a:r>
            <a:r>
              <a:rPr lang="zh-CN" altLang="en-US" sz="2400" dirty="0">
                <a:latin typeface="宋体" panose="02010600030101010101" pitchFamily="2" charset="-122"/>
              </a:rPr>
              <a:t>输出有序结果</a:t>
            </a:r>
            <a:endParaRPr lang="zh-CN" altLang="en-US" sz="2400" dirty="0">
              <a:latin typeface="宋体" panose="02010600030101010101" pitchFamily="2" charset="-122"/>
            </a:endParaRPr>
          </a:p>
          <a:p>
            <a:pPr lvl="2" algn="just" eaLnBrk="1" hangingPunct="1">
              <a:buFont typeface="Wingdings" panose="05000000000000000000" pitchFamily="2" charset="2"/>
              <a:buNone/>
            </a:pPr>
            <a:r>
              <a:rPr lang="zh-CN" altLang="en-US" sz="2400" dirty="0">
                <a:latin typeface="宋体" panose="02010600030101010101" pitchFamily="2" charset="-122"/>
                <a:ea typeface="宋体" panose="02010600030101010101" pitchFamily="2" charset="-122"/>
              </a:rPr>
              <a:t>例如，用户提出如下查询要求：</a:t>
            </a:r>
            <a:endParaRPr lang="zh-CN" altLang="en-US" sz="2400" dirty="0">
              <a:latin typeface="宋体" panose="02010600030101010101" pitchFamily="2" charset="-122"/>
              <a:ea typeface="宋体" panose="02010600030101010101" pitchFamily="2" charset="-122"/>
            </a:endParaRPr>
          </a:p>
          <a:p>
            <a:pPr lvl="2" algn="just" eaLnBrk="1" hangingPunct="1">
              <a:buFont typeface="Wingdings" panose="05000000000000000000" pitchFamily="2" charset="2"/>
              <a:buNone/>
            </a:pPr>
            <a:r>
              <a:rPr lang="zh-CN" altLang="en-US" sz="2400" dirty="0">
                <a:latin typeface="宋体" panose="02010600030101010101" pitchFamily="2" charset="-122"/>
                <a:ea typeface="宋体" panose="02010600030101010101" pitchFamily="2" charset="-122"/>
              </a:rPr>
              <a:t>		</a:t>
            </a:r>
            <a:r>
              <a:rPr lang="en-US" altLang="zh-CN" sz="2400" dirty="0">
                <a:latin typeface="Arial" panose="020B0604020202020204" pitchFamily="34" charset="0"/>
                <a:ea typeface="宋体" panose="02010600030101010101" pitchFamily="2" charset="-122"/>
                <a:cs typeface="Arial" panose="020B0604020202020204" pitchFamily="34" charset="0"/>
              </a:rPr>
              <a:t>SELECT       </a:t>
            </a:r>
            <a:r>
              <a:rPr lang="en-US" altLang="zh-CN" sz="2400" dirty="0" err="1">
                <a:latin typeface="Arial" panose="020B0604020202020204" pitchFamily="34" charset="0"/>
                <a:ea typeface="宋体" panose="02010600030101010101" pitchFamily="2" charset="-122"/>
                <a:cs typeface="Arial" panose="020B0604020202020204" pitchFamily="34" charset="0"/>
              </a:rPr>
              <a:t>Eno，Salary</a:t>
            </a:r>
            <a:endParaRPr lang="en-US" altLang="zh-CN" sz="2400" dirty="0">
              <a:latin typeface="Arial" panose="020B0604020202020204" pitchFamily="34" charset="0"/>
              <a:ea typeface="宋体" panose="02010600030101010101" pitchFamily="2" charset="-122"/>
              <a:cs typeface="Arial" panose="020B0604020202020204" pitchFamily="34" charset="0"/>
            </a:endParaRPr>
          </a:p>
          <a:p>
            <a:pPr lvl="2" algn="just" eaLnBrk="1" hangingPunct="1">
              <a:buFont typeface="Wingdings" panose="05000000000000000000" pitchFamily="2" charset="2"/>
              <a:buNone/>
            </a:pPr>
            <a:r>
              <a:rPr lang="en-US" altLang="zh-CN" sz="2400" dirty="0">
                <a:latin typeface="Arial" panose="020B0604020202020204" pitchFamily="34" charset="0"/>
                <a:ea typeface="宋体" panose="02010600030101010101" pitchFamily="2" charset="-122"/>
                <a:cs typeface="Arial" panose="020B0604020202020204" pitchFamily="34" charset="0"/>
              </a:rPr>
              <a:t>		FROM           EMP</a:t>
            </a:r>
            <a:endParaRPr lang="en-US" altLang="zh-CN" sz="2400" dirty="0">
              <a:latin typeface="Arial" panose="020B0604020202020204" pitchFamily="34" charset="0"/>
              <a:ea typeface="宋体" panose="02010600030101010101" pitchFamily="2" charset="-122"/>
              <a:cs typeface="Arial" panose="020B0604020202020204" pitchFamily="34" charset="0"/>
            </a:endParaRPr>
          </a:p>
          <a:p>
            <a:pPr lvl="2" algn="just" eaLnBrk="1" hangingPunct="1">
              <a:buFont typeface="Wingdings" panose="05000000000000000000" pitchFamily="2" charset="2"/>
              <a:buNone/>
            </a:pPr>
            <a:r>
              <a:rPr lang="en-US" altLang="zh-CN" sz="2400" dirty="0">
                <a:latin typeface="Arial" panose="020B0604020202020204" pitchFamily="34" charset="0"/>
                <a:ea typeface="宋体" panose="02010600030101010101" pitchFamily="2" charset="-122"/>
                <a:cs typeface="Arial" panose="020B0604020202020204" pitchFamily="34" charset="0"/>
              </a:rPr>
              <a:t>		ORDER BY   Salary   DESC；</a:t>
            </a:r>
            <a:endParaRPr lang="en-US" altLang="zh-CN" sz="2400" dirty="0">
              <a:latin typeface="Arial" panose="020B0604020202020204" pitchFamily="34" charset="0"/>
              <a:ea typeface="宋体" panose="02010600030101010101" pitchFamily="2" charset="-122"/>
              <a:cs typeface="Arial" panose="020B0604020202020204" pitchFamily="34" charset="0"/>
            </a:endParaRPr>
          </a:p>
          <a:p>
            <a:pPr lvl="2" algn="just" eaLnBrk="1" hangingPunct="1">
              <a:buFont typeface="Wingdings" panose="05000000000000000000" pitchFamily="2" charset="2"/>
              <a:buNone/>
            </a:pPr>
            <a:r>
              <a:rPr lang="zh-CN" altLang="en-US" sz="2400" dirty="0">
                <a:latin typeface="宋体" panose="02010600030101010101" pitchFamily="2" charset="-122"/>
                <a:ea typeface="宋体" panose="02010600030101010101" pitchFamily="2" charset="-122"/>
              </a:rPr>
              <a:t>查询结果按</a:t>
            </a:r>
            <a:r>
              <a:rPr lang="en-US" altLang="zh-CN" sz="2400" dirty="0">
                <a:latin typeface="Arial" panose="020B0604020202020204" pitchFamily="34" charset="0"/>
                <a:ea typeface="宋体" panose="02010600030101010101" pitchFamily="2" charset="-122"/>
                <a:cs typeface="Arial" panose="020B0604020202020204" pitchFamily="34" charset="0"/>
              </a:rPr>
              <a:t>Salary</a:t>
            </a:r>
            <a:r>
              <a:rPr lang="zh-CN" altLang="en-US" sz="2400" dirty="0">
                <a:latin typeface="宋体" panose="02010600030101010101" pitchFamily="2" charset="-122"/>
                <a:ea typeface="宋体" panose="02010600030101010101" pitchFamily="2" charset="-122"/>
              </a:rPr>
              <a:t>的属性值降序排序</a:t>
            </a:r>
            <a:endParaRPr lang="zh-CN" altLang="en-US" sz="2400" dirty="0">
              <a:latin typeface="宋体" panose="02010600030101010101" pitchFamily="2" charset="-122"/>
              <a:ea typeface="宋体" panose="02010600030101010101" pitchFamily="2" charset="-122"/>
            </a:endParaRPr>
          </a:p>
        </p:txBody>
      </p:sp>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818" name="Rectangle 3"/>
          <p:cNvSpPr>
            <a:spLocks noGrp="1" noChangeArrowheads="1"/>
          </p:cNvSpPr>
          <p:nvPr>
            <p:ph type="body" idx="1"/>
          </p:nvPr>
        </p:nvSpPr>
        <p:spPr>
          <a:xfrm>
            <a:off x="2038349" y="1052736"/>
            <a:ext cx="8401051" cy="4376515"/>
          </a:xfrm>
        </p:spPr>
        <p:txBody>
          <a:bodyPr/>
          <a:lstStyle/>
          <a:p>
            <a:pPr eaLnBrk="1" hangingPunct="1">
              <a:lnSpc>
                <a:spcPct val="130000"/>
              </a:lnSpc>
              <a:spcBef>
                <a:spcPts val="0"/>
              </a:spcBef>
            </a:pPr>
            <a:r>
              <a:rPr lang="en-US" altLang="zh-CN" dirty="0">
                <a:cs typeface="Arial" panose="020B0604020202020204" pitchFamily="34" charset="0"/>
              </a:rPr>
              <a:t>4.</a:t>
            </a:r>
            <a:r>
              <a:rPr lang="zh-CN" altLang="en-US" dirty="0">
                <a:latin typeface="宋体" panose="02010600030101010101" pitchFamily="2" charset="-122"/>
              </a:rPr>
              <a:t>排序</a:t>
            </a:r>
            <a:r>
              <a:rPr lang="en-US" altLang="zh-CN" dirty="0">
                <a:latin typeface="宋体" panose="02010600030101010101" pitchFamily="2" charset="-122"/>
              </a:rPr>
              <a:t>/</a:t>
            </a:r>
            <a:r>
              <a:rPr lang="zh-CN" altLang="en-US" dirty="0">
                <a:latin typeface="宋体" panose="02010600030101010101" pitchFamily="2" charset="-122"/>
              </a:rPr>
              <a:t>合并子系统</a:t>
            </a:r>
            <a:endParaRPr lang="zh-CN" altLang="en-US" dirty="0">
              <a:latin typeface="宋体" panose="02010600030101010101" pitchFamily="2" charset="-122"/>
            </a:endParaRPr>
          </a:p>
          <a:p>
            <a:pPr marL="0" indent="0" algn="just" eaLnBrk="1" hangingPunct="1">
              <a:buNone/>
            </a:pPr>
            <a:r>
              <a:rPr lang="zh-CN" altLang="en-US" sz="2400" dirty="0">
                <a:latin typeface="Times New Roman" panose="02020603050405020304" pitchFamily="18" charset="0"/>
              </a:rPr>
              <a:t>  </a:t>
            </a:r>
            <a:r>
              <a:rPr lang="zh-CN" altLang="en-US" sz="2400" dirty="0">
                <a:cs typeface="Arial" panose="020B0604020202020204" pitchFamily="34" charset="0"/>
              </a:rPr>
              <a:t>（</a:t>
            </a:r>
            <a:r>
              <a:rPr lang="en-US" altLang="zh-CN" sz="2400" dirty="0">
                <a:cs typeface="Arial" panose="020B0604020202020204" pitchFamily="34" charset="0"/>
              </a:rPr>
              <a:t>2</a:t>
            </a:r>
            <a:r>
              <a:rPr lang="zh-CN" altLang="en-US" sz="2400" dirty="0">
                <a:cs typeface="Arial" panose="020B0604020202020204" pitchFamily="34" charset="0"/>
              </a:rPr>
              <a:t>）</a:t>
            </a:r>
            <a:r>
              <a:rPr lang="zh-CN" altLang="en-US" sz="2400" dirty="0">
                <a:latin typeface="宋体" panose="02010600030101010101" pitchFamily="2" charset="-122"/>
              </a:rPr>
              <a:t>数据预处理</a:t>
            </a:r>
            <a:endParaRPr lang="zh-CN" altLang="en-US" sz="2400" dirty="0">
              <a:latin typeface="宋体" panose="02010600030101010101" pitchFamily="2" charset="-122"/>
            </a:endParaRPr>
          </a:p>
          <a:p>
            <a:pPr lvl="1" algn="just" eaLnBrk="1" hangingPunct="1">
              <a:lnSpc>
                <a:spcPct val="160000"/>
              </a:lnSpc>
              <a:spcBef>
                <a:spcPts val="600"/>
              </a:spcBef>
            </a:pPr>
            <a:r>
              <a:rPr lang="zh-CN" altLang="zh-CN" kern="1050" spc="-20" dirty="0">
                <a:effectLst/>
                <a:latin typeface="宋体" panose="02010600030101010101" pitchFamily="2" charset="-122"/>
                <a:ea typeface="宋体" panose="02010600030101010101" pitchFamily="2" charset="-122"/>
                <a:cs typeface="Times New Roman" panose="02020603050405020304" pitchFamily="18" charset="0"/>
              </a:rPr>
              <a:t>对于并、交、差、分组聚集、连接、取消重复值、属于、不属于等关系运算，当参与运算的关系无法全部放入内存时，先对其进行排序预处理</a:t>
            </a:r>
            <a:endParaRPr lang="en-US" altLang="zh-CN" kern="1050" spc="-20" dirty="0">
              <a:effectLst/>
              <a:latin typeface="宋体" panose="02010600030101010101" pitchFamily="2" charset="-122"/>
              <a:ea typeface="宋体" panose="02010600030101010101" pitchFamily="2" charset="-122"/>
              <a:cs typeface="Times New Roman" panose="02020603050405020304" pitchFamily="18" charset="0"/>
            </a:endParaRPr>
          </a:p>
          <a:p>
            <a:pPr lvl="1" algn="just" eaLnBrk="1" hangingPunct="1">
              <a:lnSpc>
                <a:spcPct val="160000"/>
              </a:lnSpc>
              <a:spcBef>
                <a:spcPts val="600"/>
              </a:spcBef>
            </a:pPr>
            <a:r>
              <a:rPr lang="zh-CN" altLang="en-US" kern="1050" spc="-20" dirty="0">
                <a:latin typeface="Times New Roman" panose="02020603050405020304" pitchFamily="18" charset="0"/>
                <a:ea typeface="宋体" panose="02010600030101010101" pitchFamily="2" charset="-122"/>
                <a:cs typeface="Times New Roman" panose="02020603050405020304" pitchFamily="18" charset="0"/>
              </a:rPr>
              <a:t>可</a:t>
            </a:r>
            <a:r>
              <a:rPr lang="zh-CN" altLang="zh-CN" kern="1050" spc="-20" dirty="0">
                <a:effectLst/>
                <a:latin typeface="Times New Roman" panose="02020603050405020304" pitchFamily="18" charset="0"/>
                <a:ea typeface="宋体" panose="02010600030101010101" pitchFamily="2" charset="-122"/>
                <a:cs typeface="Times New Roman" panose="02020603050405020304" pitchFamily="18" charset="0"/>
              </a:rPr>
              <a:t>将操作代价由</a:t>
            </a:r>
            <a:r>
              <a:rPr lang="en-US" altLang="zh-CN" i="1" kern="1050" spc="-20" dirty="0">
                <a:effectLst/>
                <a:latin typeface="Arial" panose="020B0604020202020204" pitchFamily="34" charset="0"/>
                <a:cs typeface="Arial" panose="020B0604020202020204" pitchFamily="34" charset="0"/>
              </a:rPr>
              <a:t>O</a:t>
            </a:r>
            <a:r>
              <a:rPr lang="en-US" altLang="zh-CN" kern="1050" spc="-20" dirty="0">
                <a:effectLst/>
                <a:latin typeface="Arial" panose="020B0604020202020204" pitchFamily="34" charset="0"/>
                <a:cs typeface="Arial" panose="020B0604020202020204" pitchFamily="34" charset="0"/>
              </a:rPr>
              <a:t>(</a:t>
            </a:r>
            <a:r>
              <a:rPr lang="en-US" altLang="zh-CN" i="1" kern="1050" spc="-20" dirty="0">
                <a:effectLst/>
                <a:latin typeface="Arial" panose="020B0604020202020204" pitchFamily="34" charset="0"/>
                <a:cs typeface="Arial" panose="020B0604020202020204" pitchFamily="34" charset="0"/>
              </a:rPr>
              <a:t>n</a:t>
            </a:r>
            <a:r>
              <a:rPr lang="en-US" altLang="zh-CN" kern="1050" spc="-20" baseline="30000" dirty="0">
                <a:effectLst/>
                <a:latin typeface="Arial" panose="020B0604020202020204" pitchFamily="34" charset="0"/>
                <a:cs typeface="Arial" panose="020B0604020202020204" pitchFamily="34" charset="0"/>
              </a:rPr>
              <a:t>2</a:t>
            </a:r>
            <a:r>
              <a:rPr lang="en-US" altLang="zh-CN" kern="1050" spc="-20" dirty="0">
                <a:effectLst/>
                <a:latin typeface="Arial" panose="020B0604020202020204" pitchFamily="34" charset="0"/>
                <a:cs typeface="Arial" panose="020B0604020202020204" pitchFamily="34" charset="0"/>
              </a:rPr>
              <a:t>)</a:t>
            </a:r>
            <a:r>
              <a:rPr lang="zh-CN" altLang="zh-CN" kern="1050" spc="-20" dirty="0">
                <a:effectLst/>
                <a:latin typeface="Times New Roman" panose="02020603050405020304" pitchFamily="18" charset="0"/>
                <a:ea typeface="宋体" panose="02010600030101010101" pitchFamily="2" charset="-122"/>
                <a:cs typeface="Times New Roman" panose="02020603050405020304" pitchFamily="18" charset="0"/>
              </a:rPr>
              <a:t>数量级降至</a:t>
            </a:r>
            <a:r>
              <a:rPr lang="en-US" altLang="zh-CN" i="1" kern="1050" spc="-20" dirty="0">
                <a:effectLst/>
                <a:latin typeface="Arial" panose="020B0604020202020204" pitchFamily="34" charset="0"/>
                <a:cs typeface="Arial" panose="020B0604020202020204" pitchFamily="34" charset="0"/>
              </a:rPr>
              <a:t>O</a:t>
            </a:r>
            <a:r>
              <a:rPr lang="en-US" altLang="zh-CN" kern="1050" spc="-20" dirty="0">
                <a:effectLst/>
                <a:latin typeface="Arial" panose="020B0604020202020204" pitchFamily="34" charset="0"/>
                <a:cs typeface="Arial" panose="020B0604020202020204" pitchFamily="34" charset="0"/>
              </a:rPr>
              <a:t>(</a:t>
            </a:r>
            <a:r>
              <a:rPr lang="en-US" altLang="zh-CN" i="1" kern="1050" spc="-20" dirty="0">
                <a:effectLst/>
                <a:latin typeface="Arial" panose="020B0604020202020204" pitchFamily="34" charset="0"/>
                <a:cs typeface="Arial" panose="020B0604020202020204" pitchFamily="34" charset="0"/>
              </a:rPr>
              <a:t>n</a:t>
            </a:r>
            <a:r>
              <a:rPr lang="en-US" altLang="zh-CN" kern="1050" spc="-20" dirty="0">
                <a:effectLst/>
                <a:latin typeface="Arial" panose="020B0604020202020204" pitchFamily="34" charset="0"/>
                <a:cs typeface="Arial" panose="020B0604020202020204" pitchFamily="34" charset="0"/>
              </a:rPr>
              <a:t>log</a:t>
            </a:r>
            <a:r>
              <a:rPr lang="en-US" altLang="zh-CN" kern="1050" spc="-20" baseline="-25000" dirty="0">
                <a:effectLst/>
                <a:latin typeface="Arial" panose="020B0604020202020204" pitchFamily="34" charset="0"/>
                <a:cs typeface="Arial" panose="020B0604020202020204" pitchFamily="34" charset="0"/>
              </a:rPr>
              <a:t>2</a:t>
            </a:r>
            <a:r>
              <a:rPr lang="en-US" altLang="zh-CN" i="1" kern="1050" spc="-20" dirty="0">
                <a:effectLst/>
                <a:latin typeface="Arial" panose="020B0604020202020204" pitchFamily="34" charset="0"/>
                <a:cs typeface="Arial" panose="020B0604020202020204" pitchFamily="34" charset="0"/>
              </a:rPr>
              <a:t>n</a:t>
            </a:r>
            <a:r>
              <a:rPr lang="en-US" altLang="zh-CN" kern="1050" spc="-20" dirty="0">
                <a:effectLst/>
                <a:latin typeface="Arial" panose="020B0604020202020204" pitchFamily="34" charset="0"/>
                <a:cs typeface="Arial" panose="020B0604020202020204" pitchFamily="34" charset="0"/>
              </a:rPr>
              <a:t>)</a:t>
            </a:r>
            <a:r>
              <a:rPr lang="zh-CN" altLang="zh-CN" kern="1050" spc="-20" dirty="0">
                <a:effectLst/>
                <a:latin typeface="Times New Roman" panose="02020603050405020304" pitchFamily="18" charset="0"/>
                <a:ea typeface="宋体" panose="02010600030101010101" pitchFamily="2" charset="-122"/>
                <a:cs typeface="Times New Roman" panose="02020603050405020304" pitchFamily="18" charset="0"/>
              </a:rPr>
              <a:t>数量级</a:t>
            </a:r>
            <a:endParaRPr lang="zh-CN" altLang="en-US" dirty="0"/>
          </a:p>
        </p:txBody>
      </p:sp>
      <p:sp>
        <p:nvSpPr>
          <p:cNvPr id="4"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866" name="Rectangle 2"/>
          <p:cNvSpPr>
            <a:spLocks noGrp="1" noChangeArrowheads="1"/>
          </p:cNvSpPr>
          <p:nvPr>
            <p:ph type="body" idx="1"/>
          </p:nvPr>
        </p:nvSpPr>
        <p:spPr>
          <a:xfrm>
            <a:off x="1903537" y="1196752"/>
            <a:ext cx="8001000" cy="3600451"/>
          </a:xfrm>
        </p:spPr>
        <p:txBody>
          <a:bodyPr/>
          <a:lstStyle/>
          <a:p>
            <a:pPr eaLnBrk="1" hangingPunct="1">
              <a:lnSpc>
                <a:spcPct val="130000"/>
              </a:lnSpc>
              <a:spcBef>
                <a:spcPts val="0"/>
              </a:spcBef>
            </a:pPr>
            <a:r>
              <a:rPr lang="en-US" altLang="zh-CN" dirty="0">
                <a:cs typeface="Arial" panose="020B0604020202020204" pitchFamily="34" charset="0"/>
              </a:rPr>
              <a:t>4.</a:t>
            </a:r>
            <a:r>
              <a:rPr lang="zh-CN" altLang="en-US" dirty="0">
                <a:latin typeface="宋体" panose="02010600030101010101" pitchFamily="2" charset="-122"/>
              </a:rPr>
              <a:t>排序</a:t>
            </a:r>
            <a:r>
              <a:rPr lang="en-US" altLang="zh-CN" dirty="0">
                <a:latin typeface="宋体" panose="02010600030101010101" pitchFamily="2" charset="-122"/>
              </a:rPr>
              <a:t>/</a:t>
            </a:r>
            <a:r>
              <a:rPr lang="zh-CN" altLang="en-US" dirty="0">
                <a:latin typeface="宋体" panose="02010600030101010101" pitchFamily="2" charset="-122"/>
              </a:rPr>
              <a:t>合并子系统</a:t>
            </a:r>
            <a:endParaRPr lang="zh-CN" altLang="en-US" dirty="0">
              <a:latin typeface="宋体" panose="02010600030101010101" pitchFamily="2" charset="-122"/>
            </a:endParaRPr>
          </a:p>
          <a:p>
            <a:pPr marL="0" indent="0" algn="just" eaLnBrk="1" hangingPunct="1">
              <a:buNone/>
            </a:pPr>
            <a:r>
              <a:rPr lang="zh-CN" altLang="en-US" sz="2400" dirty="0">
                <a:latin typeface="宋体" panose="02010600030101010101" pitchFamily="2" charset="-122"/>
              </a:rPr>
              <a:t>  </a:t>
            </a:r>
            <a:r>
              <a:rPr lang="zh-CN" altLang="en-US" sz="2400" dirty="0">
                <a:cs typeface="Arial" panose="020B0604020202020204" pitchFamily="34" charset="0"/>
              </a:rPr>
              <a:t>（</a:t>
            </a:r>
            <a:r>
              <a:rPr lang="en-US" altLang="zh-CN" sz="2400" dirty="0">
                <a:cs typeface="Arial" panose="020B0604020202020204" pitchFamily="34" charset="0"/>
              </a:rPr>
              <a:t>3</a:t>
            </a:r>
            <a:r>
              <a:rPr lang="zh-CN" altLang="en-US" sz="2400" dirty="0">
                <a:cs typeface="Arial" panose="020B0604020202020204" pitchFamily="34" charset="0"/>
              </a:rPr>
              <a:t>）</a:t>
            </a:r>
            <a:r>
              <a:rPr lang="zh-CN" altLang="en-US" sz="2400" dirty="0">
                <a:latin typeface="宋体" panose="02010600030101010101" pitchFamily="2" charset="-122"/>
              </a:rPr>
              <a:t>支持动态建立索引结构 </a:t>
            </a:r>
            <a:endParaRPr lang="en-US" altLang="zh-CN" sz="2400" dirty="0">
              <a:latin typeface="宋体" panose="02010600030101010101" pitchFamily="2" charset="-122"/>
            </a:endParaRPr>
          </a:p>
          <a:p>
            <a:pPr lvl="1" algn="just" eaLnBrk="1" hangingPunct="1">
              <a:lnSpc>
                <a:spcPct val="160000"/>
              </a:lnSpc>
            </a:pPr>
            <a:r>
              <a:rPr lang="zh-CN" altLang="en-US" dirty="0">
                <a:latin typeface="宋体" panose="02010600030101010101" pitchFamily="2" charset="-122"/>
                <a:ea typeface="宋体" panose="02010600030101010101" pitchFamily="2" charset="-122"/>
              </a:rPr>
              <a:t>初建</a:t>
            </a:r>
            <a:r>
              <a:rPr lang="en-US" altLang="zh-CN" dirty="0">
                <a:latin typeface="Arial" panose="020B0604020202020204" pitchFamily="34" charset="0"/>
                <a:ea typeface="宋体" panose="02010600030101010101" pitchFamily="2" charset="-122"/>
                <a:cs typeface="Arial" panose="020B0604020202020204" pitchFamily="34" charset="0"/>
              </a:rPr>
              <a:t>B</a:t>
            </a:r>
            <a:r>
              <a:rPr lang="en-US" altLang="zh-CN" baseline="30000" dirty="0">
                <a:latin typeface="Arial" panose="020B0604020202020204" pitchFamily="34" charset="0"/>
                <a:ea typeface="宋体" panose="02010600030101010101" pitchFamily="2" charset="-122"/>
                <a:cs typeface="Arial" panose="020B0604020202020204" pitchFamily="34" charset="0"/>
              </a:rPr>
              <a:t>+</a:t>
            </a:r>
            <a:r>
              <a:rPr lang="zh-CN" altLang="en-US" dirty="0">
                <a:latin typeface="宋体" panose="02010600030101010101" pitchFamily="2" charset="-122"/>
                <a:ea typeface="宋体" panose="02010600030101010101" pitchFamily="2" charset="-122"/>
              </a:rPr>
              <a:t>树索引：先对（码值，</a:t>
            </a:r>
            <a:r>
              <a:rPr lang="en-US" altLang="zh-CN" dirty="0">
                <a:latin typeface="Arial" panose="020B0604020202020204" pitchFamily="34" charset="0"/>
                <a:ea typeface="宋体" panose="02010600030101010101" pitchFamily="2" charset="-122"/>
                <a:cs typeface="Arial" panose="020B0604020202020204" pitchFamily="34" charset="0"/>
              </a:rPr>
              <a:t>TID</a:t>
            </a:r>
            <a:r>
              <a:rPr lang="en-US" altLang="zh-CN" dirty="0">
                <a:latin typeface="宋体" panose="02010600030101010101" pitchFamily="2" charset="-122"/>
                <a:ea typeface="宋体" panose="02010600030101010101" pitchFamily="2" charset="-122"/>
              </a:rPr>
              <a:t>）</a:t>
            </a:r>
            <a:r>
              <a:rPr lang="zh-CN" altLang="en-US" dirty="0">
                <a:latin typeface="宋体" panose="02010600030101010101" pitchFamily="2" charset="-122"/>
                <a:ea typeface="宋体" panose="02010600030101010101" pitchFamily="2" charset="-122"/>
              </a:rPr>
              <a:t>排序</a:t>
            </a:r>
            <a:endParaRPr lang="zh-CN" altLang="en-US" dirty="0">
              <a:latin typeface="宋体" panose="02010600030101010101" pitchFamily="2" charset="-122"/>
              <a:ea typeface="宋体" panose="02010600030101010101" pitchFamily="2" charset="-122"/>
            </a:endParaRPr>
          </a:p>
          <a:p>
            <a:pPr lvl="1" algn="just" eaLnBrk="1" hangingPunct="1">
              <a:lnSpc>
                <a:spcPct val="160000"/>
              </a:lnSpc>
            </a:pPr>
            <a:endParaRPr lang="zh-CN" altLang="en-US" dirty="0"/>
          </a:p>
        </p:txBody>
      </p:sp>
      <p:sp>
        <p:nvSpPr>
          <p:cNvPr id="4"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62" name="Rectangle 2"/>
          <p:cNvSpPr>
            <a:spLocks noGrp="1" noChangeArrowheads="1"/>
          </p:cNvSpPr>
          <p:nvPr>
            <p:ph type="body" idx="1"/>
          </p:nvPr>
        </p:nvSpPr>
        <p:spPr>
          <a:xfrm>
            <a:off x="1703512" y="980728"/>
            <a:ext cx="8856984" cy="5544615"/>
          </a:xfrm>
        </p:spPr>
        <p:txBody>
          <a:bodyPr/>
          <a:lstStyle/>
          <a:p>
            <a:pPr eaLnBrk="1" hangingPunct="1">
              <a:lnSpc>
                <a:spcPct val="130000"/>
              </a:lnSpc>
              <a:spcBef>
                <a:spcPts val="0"/>
              </a:spcBef>
            </a:pPr>
            <a:r>
              <a:rPr lang="en-US" altLang="zh-CN" dirty="0">
                <a:cs typeface="Arial" panose="020B0604020202020204" pitchFamily="34" charset="0"/>
              </a:rPr>
              <a:t>4.</a:t>
            </a:r>
            <a:r>
              <a:rPr lang="zh-CN" altLang="en-US" dirty="0">
                <a:latin typeface="宋体" panose="02010600030101010101" pitchFamily="2" charset="-122"/>
              </a:rPr>
              <a:t>排序</a:t>
            </a:r>
            <a:r>
              <a:rPr lang="en-US" altLang="zh-CN" dirty="0">
                <a:latin typeface="宋体" panose="02010600030101010101" pitchFamily="2" charset="-122"/>
              </a:rPr>
              <a:t>/</a:t>
            </a:r>
            <a:r>
              <a:rPr lang="zh-CN" altLang="en-US" dirty="0">
                <a:latin typeface="宋体" panose="02010600030101010101" pitchFamily="2" charset="-122"/>
              </a:rPr>
              <a:t>合并子系统</a:t>
            </a:r>
            <a:endParaRPr lang="en-US" altLang="zh-CN" dirty="0">
              <a:latin typeface="宋体" panose="02010600030101010101" pitchFamily="2" charset="-122"/>
            </a:endParaRPr>
          </a:p>
          <a:p>
            <a:pPr marL="0" indent="0" eaLnBrk="1" hangingPunct="1">
              <a:lnSpc>
                <a:spcPct val="130000"/>
              </a:lnSpc>
              <a:spcBef>
                <a:spcPts val="0"/>
              </a:spcBef>
              <a:buNone/>
            </a:pPr>
            <a:r>
              <a:rPr lang="zh-CN" altLang="en-US" sz="2400" dirty="0">
                <a:cs typeface="Arial" panose="020B0604020202020204" pitchFamily="34" charset="0"/>
              </a:rPr>
              <a:t>（</a:t>
            </a:r>
            <a:r>
              <a:rPr lang="en-US" altLang="zh-CN" sz="2400" dirty="0">
                <a:cs typeface="Arial" panose="020B0604020202020204" pitchFamily="34" charset="0"/>
              </a:rPr>
              <a:t>4</a:t>
            </a:r>
            <a:r>
              <a:rPr lang="zh-CN" altLang="en-US" sz="2400" dirty="0">
                <a:cs typeface="Arial" panose="020B0604020202020204" pitchFamily="34" charset="0"/>
              </a:rPr>
              <a:t>）</a:t>
            </a:r>
            <a:r>
              <a:rPr lang="zh-CN" altLang="en-US" sz="2400" dirty="0">
                <a:latin typeface="宋体" panose="02010600030101010101" pitchFamily="2" charset="-122"/>
              </a:rPr>
              <a:t>减少数据块的存取次数 </a:t>
            </a:r>
            <a:endParaRPr lang="zh-CN" altLang="en-US" sz="2400" dirty="0">
              <a:latin typeface="宋体" panose="02010600030101010101" pitchFamily="2" charset="-122"/>
            </a:endParaRPr>
          </a:p>
          <a:p>
            <a:pPr lvl="1" algn="just" eaLnBrk="1" hangingPunct="1">
              <a:lnSpc>
                <a:spcPct val="130000"/>
              </a:lnSpc>
              <a:spcBef>
                <a:spcPts val="0"/>
              </a:spcBef>
            </a:pPr>
            <a:r>
              <a:rPr lang="zh-CN" altLang="en-US" dirty="0">
                <a:latin typeface="宋体" panose="02010600030101010101" pitchFamily="2" charset="-122"/>
                <a:ea typeface="宋体" panose="02010600030101010101" pitchFamily="2" charset="-122"/>
              </a:rPr>
              <a:t>通过</a:t>
            </a:r>
            <a:r>
              <a:rPr lang="en-US" altLang="zh-CN" dirty="0">
                <a:latin typeface="Arial" panose="020B0604020202020204" pitchFamily="34" charset="0"/>
                <a:ea typeface="宋体" panose="02010600030101010101" pitchFamily="2" charset="-122"/>
                <a:cs typeface="Arial" panose="020B0604020202020204" pitchFamily="34" charset="0"/>
              </a:rPr>
              <a:t>B+</a:t>
            </a:r>
            <a:r>
              <a:rPr lang="zh-CN" altLang="en-US" dirty="0">
                <a:latin typeface="宋体" panose="02010600030101010101" pitchFamily="2" charset="-122"/>
                <a:ea typeface="宋体" panose="02010600030101010101" pitchFamily="2" charset="-122"/>
              </a:rPr>
              <a:t>树索引存取元组</a:t>
            </a:r>
            <a:endParaRPr lang="zh-CN" altLang="en-US" dirty="0">
              <a:latin typeface="宋体" panose="02010600030101010101" pitchFamily="2" charset="-122"/>
              <a:ea typeface="宋体" panose="02010600030101010101" pitchFamily="2" charset="-122"/>
            </a:endParaRPr>
          </a:p>
          <a:p>
            <a:pPr lvl="2" algn="just" eaLnBrk="1" hangingPunct="1">
              <a:lnSpc>
                <a:spcPct val="130000"/>
              </a:lnSpc>
              <a:spcBef>
                <a:spcPts val="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首先得到（码值，</a:t>
            </a:r>
            <a:r>
              <a:rPr lang="en-US" altLang="zh-CN" sz="2200" dirty="0">
                <a:latin typeface="Arial" panose="020B0604020202020204" pitchFamily="34" charset="0"/>
                <a:ea typeface="宋体" panose="02010600030101010101" pitchFamily="2" charset="-122"/>
                <a:cs typeface="Arial" panose="020B0604020202020204" pitchFamily="34" charset="0"/>
              </a:rPr>
              <a:t>TID</a:t>
            </a:r>
            <a:r>
              <a:rPr lang="en-US" altLang="zh-CN" sz="2200" dirty="0">
                <a:latin typeface="宋体" panose="02010600030101010101" pitchFamily="2" charset="-122"/>
                <a:ea typeface="宋体" panose="02010600030101010101" pitchFamily="2" charset="-122"/>
              </a:rPr>
              <a:t>）</a:t>
            </a:r>
            <a:r>
              <a:rPr lang="zh-CN" altLang="en-US" sz="2200" dirty="0">
                <a:latin typeface="宋体" panose="02010600030101010101" pitchFamily="2" charset="-122"/>
                <a:ea typeface="宋体" panose="02010600030101010101" pitchFamily="2" charset="-122"/>
              </a:rPr>
              <a:t>集合</a:t>
            </a:r>
            <a:endParaRPr lang="zh-CN" altLang="en-US" sz="2200" dirty="0">
              <a:latin typeface="宋体" panose="02010600030101010101" pitchFamily="2" charset="-122"/>
              <a:ea typeface="宋体" panose="02010600030101010101" pitchFamily="2" charset="-122"/>
            </a:endParaRPr>
          </a:p>
          <a:p>
            <a:pPr lvl="2" algn="just" eaLnBrk="1" hangingPunct="1">
              <a:lnSpc>
                <a:spcPct val="130000"/>
              </a:lnSpc>
              <a:spcBef>
                <a:spcPts val="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然后根据</a:t>
            </a:r>
            <a:r>
              <a:rPr lang="en-US" altLang="zh-CN" sz="2200" dirty="0">
                <a:latin typeface="Arial" panose="020B0604020202020204" pitchFamily="34" charset="0"/>
                <a:ea typeface="宋体" panose="02010600030101010101" pitchFamily="2" charset="-122"/>
                <a:cs typeface="Arial" panose="020B0604020202020204" pitchFamily="34" charset="0"/>
              </a:rPr>
              <a:t>TID</a:t>
            </a:r>
            <a:r>
              <a:rPr lang="zh-CN" altLang="en-US" sz="2200" dirty="0">
                <a:latin typeface="宋体" panose="02010600030101010101" pitchFamily="2" charset="-122"/>
                <a:ea typeface="宋体" panose="02010600030101010101" pitchFamily="2" charset="-122"/>
              </a:rPr>
              <a:t>存取相应的元组</a:t>
            </a:r>
            <a:endParaRPr lang="zh-CN" altLang="en-US" sz="2200" dirty="0">
              <a:latin typeface="宋体" panose="02010600030101010101" pitchFamily="2" charset="-122"/>
              <a:ea typeface="宋体" panose="02010600030101010101" pitchFamily="2" charset="-122"/>
            </a:endParaRPr>
          </a:p>
          <a:p>
            <a:pPr lvl="1" algn="just" eaLnBrk="1" hangingPunct="1">
              <a:lnSpc>
                <a:spcPct val="130000"/>
              </a:lnSpc>
              <a:spcBef>
                <a:spcPts val="0"/>
              </a:spcBef>
            </a:pPr>
            <a:r>
              <a:rPr lang="zh-CN" altLang="en-US" dirty="0">
                <a:latin typeface="宋体" panose="02010600030101010101" pitchFamily="2" charset="-122"/>
                <a:ea typeface="宋体" panose="02010600030101010101" pitchFamily="2" charset="-122"/>
              </a:rPr>
              <a:t>当</a:t>
            </a:r>
            <a:r>
              <a:rPr lang="en-US" altLang="zh-CN" dirty="0">
                <a:latin typeface="Arial" panose="020B0604020202020204" pitchFamily="34" charset="0"/>
                <a:ea typeface="宋体" panose="02010600030101010101" pitchFamily="2" charset="-122"/>
                <a:cs typeface="Arial" panose="020B0604020202020204" pitchFamily="34" charset="0"/>
              </a:rPr>
              <a:t>TID</a:t>
            </a:r>
            <a:r>
              <a:rPr lang="zh-CN" altLang="en-US" dirty="0">
                <a:latin typeface="宋体" panose="02010600030101010101" pitchFamily="2" charset="-122"/>
                <a:ea typeface="宋体" panose="02010600030101010101" pitchFamily="2" charset="-122"/>
              </a:rPr>
              <a:t>是用数据块号加位移来表示时</a:t>
            </a:r>
            <a:endParaRPr lang="zh-CN" altLang="en-US" dirty="0">
              <a:latin typeface="宋体" panose="02010600030101010101" pitchFamily="2" charset="-122"/>
              <a:ea typeface="宋体" panose="02010600030101010101" pitchFamily="2" charset="-122"/>
            </a:endParaRPr>
          </a:p>
          <a:p>
            <a:pPr lvl="2" algn="just" eaLnBrk="1" hangingPunct="1">
              <a:lnSpc>
                <a:spcPct val="130000"/>
              </a:lnSpc>
              <a:spcBef>
                <a:spcPts val="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首先对</a:t>
            </a:r>
            <a:r>
              <a:rPr lang="en-US" altLang="zh-CN" sz="2200" dirty="0">
                <a:latin typeface="Arial" panose="020B0604020202020204" pitchFamily="34" charset="0"/>
                <a:ea typeface="宋体" panose="02010600030101010101" pitchFamily="2" charset="-122"/>
                <a:cs typeface="Arial" panose="020B0604020202020204" pitchFamily="34" charset="0"/>
              </a:rPr>
              <a:t>TID</a:t>
            </a:r>
            <a:r>
              <a:rPr lang="zh-CN" altLang="en-US" sz="2200" dirty="0">
                <a:latin typeface="宋体" panose="02010600030101010101" pitchFamily="2" charset="-122"/>
                <a:ea typeface="宋体" panose="02010600030101010101" pitchFamily="2" charset="-122"/>
              </a:rPr>
              <a:t>排序，使相同或临近块号的</a:t>
            </a:r>
            <a:r>
              <a:rPr lang="en-US" altLang="zh-CN" sz="2200" dirty="0">
                <a:latin typeface="Arial" panose="020B0604020202020204" pitchFamily="34" charset="0"/>
                <a:ea typeface="宋体" panose="02010600030101010101" pitchFamily="2" charset="-122"/>
                <a:cs typeface="Arial" panose="020B0604020202020204" pitchFamily="34" charset="0"/>
              </a:rPr>
              <a:t>TID</a:t>
            </a:r>
            <a:r>
              <a:rPr lang="zh-CN" altLang="en-US" sz="2200" dirty="0">
                <a:latin typeface="宋体" panose="02010600030101010101" pitchFamily="2" charset="-122"/>
                <a:ea typeface="宋体" panose="02010600030101010101" pitchFamily="2" charset="-122"/>
              </a:rPr>
              <a:t>聚集在一起</a:t>
            </a:r>
            <a:endParaRPr lang="zh-CN" altLang="en-US" sz="2200" dirty="0">
              <a:latin typeface="宋体" panose="02010600030101010101" pitchFamily="2" charset="-122"/>
              <a:ea typeface="宋体" panose="02010600030101010101" pitchFamily="2" charset="-122"/>
            </a:endParaRPr>
          </a:p>
          <a:p>
            <a:pPr lvl="2" algn="just" eaLnBrk="1" hangingPunct="1">
              <a:lnSpc>
                <a:spcPct val="130000"/>
              </a:lnSpc>
              <a:spcBef>
                <a:spcPts val="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然后按数据块号顺序存取物理数据块</a:t>
            </a:r>
            <a:endParaRPr lang="zh-CN" altLang="en-US" sz="2200" dirty="0">
              <a:latin typeface="宋体" panose="02010600030101010101" pitchFamily="2" charset="-122"/>
              <a:ea typeface="宋体" panose="02010600030101010101" pitchFamily="2" charset="-122"/>
            </a:endParaRPr>
          </a:p>
          <a:p>
            <a:pPr lvl="1" algn="just" eaLnBrk="1" hangingPunct="1">
              <a:lnSpc>
                <a:spcPct val="130000"/>
              </a:lnSpc>
              <a:spcBef>
                <a:spcPts val="0"/>
              </a:spcBef>
            </a:pPr>
            <a:r>
              <a:rPr lang="zh-CN" altLang="en-US" dirty="0">
                <a:latin typeface="宋体" panose="02010600030101010101" pitchFamily="2" charset="-122"/>
                <a:ea typeface="宋体" panose="02010600030101010101" pitchFamily="2" charset="-122"/>
              </a:rPr>
              <a:t>优点</a:t>
            </a:r>
            <a:endParaRPr lang="zh-CN" altLang="en-US" dirty="0">
              <a:latin typeface="宋体" panose="02010600030101010101" pitchFamily="2" charset="-122"/>
              <a:ea typeface="宋体" panose="02010600030101010101" pitchFamily="2" charset="-122"/>
            </a:endParaRPr>
          </a:p>
          <a:p>
            <a:pPr lvl="2" algn="just" eaLnBrk="1" hangingPunct="1">
              <a:lnSpc>
                <a:spcPct val="130000"/>
              </a:lnSpc>
              <a:spcBef>
                <a:spcPts val="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可避免无序状态下重复读块的情况，减少数据块的存取次数</a:t>
            </a:r>
            <a:endParaRPr lang="en-US" altLang="zh-CN" sz="2200" dirty="0">
              <a:latin typeface="宋体" panose="02010600030101010101" pitchFamily="2" charset="-122"/>
              <a:ea typeface="宋体" panose="02010600030101010101" pitchFamily="2" charset="-122"/>
            </a:endParaRPr>
          </a:p>
          <a:p>
            <a:pPr eaLnBrk="1" hangingPunct="1">
              <a:lnSpc>
                <a:spcPct val="130000"/>
              </a:lnSpc>
              <a:spcBef>
                <a:spcPts val="0"/>
              </a:spcBef>
            </a:pPr>
            <a:r>
              <a:rPr lang="zh-CN" altLang="zh-CN" dirty="0">
                <a:latin typeface="宋体" panose="02010600030101010101" pitchFamily="2" charset="-122"/>
              </a:rPr>
              <a:t>排序子系统设计十分重要，应采用高效的</a:t>
            </a:r>
            <a:r>
              <a:rPr lang="zh-CN" altLang="zh-CN" dirty="0">
                <a:latin typeface="黑体" panose="02010609060101010101" pitchFamily="49" charset="-122"/>
                <a:ea typeface="黑体" panose="02010609060101010101" pitchFamily="49" charset="-122"/>
              </a:rPr>
              <a:t>外排序算法</a:t>
            </a:r>
            <a:endParaRPr lang="zh-CN" altLang="en-US" dirty="0">
              <a:latin typeface="黑体" panose="02010609060101010101" pitchFamily="49" charset="-122"/>
              <a:ea typeface="黑体" panose="02010609060101010101" pitchFamily="49" charset="-122"/>
            </a:endParaRPr>
          </a:p>
        </p:txBody>
      </p:sp>
      <p:sp>
        <p:nvSpPr>
          <p:cNvPr id="4"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011" name="Rectangle 3"/>
          <p:cNvSpPr>
            <a:spLocks noGrp="1" noChangeArrowheads="1"/>
          </p:cNvSpPr>
          <p:nvPr>
            <p:ph type="body" idx="1"/>
          </p:nvPr>
        </p:nvSpPr>
        <p:spPr>
          <a:xfrm>
            <a:off x="911424" y="1228598"/>
            <a:ext cx="9121452" cy="4288634"/>
          </a:xfrm>
        </p:spPr>
        <p:txBody>
          <a:bodyPr/>
          <a:lstStyle/>
          <a:p>
            <a:pPr eaLnBrk="1" hangingPunct="1"/>
            <a:r>
              <a:rPr lang="en-US" altLang="zh-CN" dirty="0">
                <a:cs typeface="Arial" panose="020B0604020202020204" pitchFamily="34" charset="0"/>
              </a:rPr>
              <a:t>5.</a:t>
            </a:r>
            <a:r>
              <a:rPr lang="zh-CN" altLang="en-US" kern="0" dirty="0">
                <a:solidFill>
                  <a:schemeClr val="tx1"/>
                </a:solidFill>
                <a:latin typeface="宋体" panose="02010600030101010101" pitchFamily="2" charset="-122"/>
              </a:rPr>
              <a:t>存取路径维护子系统</a:t>
            </a:r>
            <a:endParaRPr lang="zh-CN" altLang="en-US" kern="0" dirty="0">
              <a:solidFill>
                <a:schemeClr val="tx1"/>
              </a:solidFill>
              <a:latin typeface="宋体" panose="02010600030101010101" pitchFamily="2" charset="-122"/>
            </a:endParaRPr>
          </a:p>
          <a:p>
            <a:pPr lvl="1" eaLnBrk="1" hangingPunct="1">
              <a:lnSpc>
                <a:spcPct val="150000"/>
              </a:lnSpc>
            </a:pPr>
            <a:r>
              <a:rPr lang="zh-CN" altLang="zh-CN" kern="1050" spc="-20" dirty="0">
                <a:effectLst/>
                <a:latin typeface="宋体" panose="02010600030101010101" pitchFamily="2" charset="-122"/>
                <a:ea typeface="宋体" panose="02010600030101010101" pitchFamily="2" charset="-122"/>
                <a:cs typeface="Times New Roman" panose="02020603050405020304" pitchFamily="18" charset="0"/>
              </a:rPr>
              <a:t>对数据执行插入、删除、修改操作时，要对存取路径进行维护</a:t>
            </a:r>
            <a:endParaRPr lang="en-US" altLang="zh-CN" dirty="0">
              <a:latin typeface="宋体" panose="02010600030101010101" pitchFamily="2" charset="-122"/>
              <a:ea typeface="宋体" panose="02010600030101010101" pitchFamily="2" charset="-122"/>
            </a:endParaRPr>
          </a:p>
          <a:p>
            <a:pPr lvl="1" eaLnBrk="1" hangingPunct="1">
              <a:lnSpc>
                <a:spcPct val="150000"/>
              </a:lnSpc>
            </a:pPr>
            <a:r>
              <a:rPr lang="zh-CN" altLang="en-US" dirty="0">
                <a:latin typeface="宋体" panose="02010600030101010101" pitchFamily="2" charset="-122"/>
                <a:ea typeface="宋体" panose="02010600030101010101" pitchFamily="2" charset="-122"/>
              </a:rPr>
              <a:t>例入</a:t>
            </a:r>
            <a:r>
              <a:rPr lang="en-US" altLang="zh-CN" dirty="0">
                <a:latin typeface="Arial" panose="020B0604020202020204" pitchFamily="34" charset="0"/>
                <a:ea typeface="宋体" panose="02010600030101010101" pitchFamily="2" charset="-122"/>
                <a:cs typeface="Arial" panose="020B0604020202020204" pitchFamily="34" charset="0"/>
              </a:rPr>
              <a:t>B</a:t>
            </a:r>
            <a:r>
              <a:rPr lang="en-US" altLang="zh-CN" baseline="30000" dirty="0">
                <a:latin typeface="Arial" panose="020B0604020202020204" pitchFamily="34" charset="0"/>
                <a:ea typeface="宋体" panose="02010600030101010101" pitchFamily="2" charset="-122"/>
                <a:cs typeface="Arial" panose="020B0604020202020204" pitchFamily="34" charset="0"/>
              </a:rPr>
              <a:t>+</a:t>
            </a:r>
            <a:r>
              <a:rPr lang="zh-CN" altLang="en-US" dirty="0">
                <a:latin typeface="宋体" panose="02010600030101010101" pitchFamily="2" charset="-122"/>
                <a:ea typeface="宋体" panose="02010600030101010101" pitchFamily="2" charset="-122"/>
              </a:rPr>
              <a:t>树的维护算法 </a:t>
            </a:r>
            <a:endParaRPr lang="zh-CN" altLang="en-US" dirty="0">
              <a:latin typeface="宋体" panose="02010600030101010101" pitchFamily="2" charset="-122"/>
              <a:ea typeface="宋体" panose="02010600030101010101" pitchFamily="2" charset="-122"/>
            </a:endParaRPr>
          </a:p>
          <a:p>
            <a:pPr lvl="2" eaLnBrk="1" hangingPunct="1">
              <a:lnSpc>
                <a:spcPct val="150000"/>
              </a:lnSpc>
              <a:buFont typeface="Wingdings" panose="05000000000000000000" pitchFamily="2" charset="2"/>
              <a:buChar char="l"/>
            </a:pPr>
            <a:r>
              <a:rPr lang="zh-CN" altLang="zh-CN" sz="2200" kern="1050" spc="-20" dirty="0">
                <a:effectLst/>
                <a:latin typeface="宋体" panose="02010600030101010101" pitchFamily="2" charset="-122"/>
                <a:ea typeface="宋体" panose="02010600030101010101" pitchFamily="2" charset="-122"/>
                <a:cs typeface="Times New Roman" panose="02020603050405020304" pitchFamily="18" charset="0"/>
              </a:rPr>
              <a:t>对元组进行插入、删除、修改操作时要对该表上已建立的</a:t>
            </a:r>
            <a:r>
              <a:rPr lang="en-US" altLang="zh-CN" sz="2200" i="1" kern="1050" spc="-20" dirty="0">
                <a:effectLst/>
                <a:latin typeface="Arial" panose="020B0604020202020204" pitchFamily="34" charset="0"/>
                <a:ea typeface="宋体" panose="02010600030101010101" pitchFamily="2" charset="-122"/>
                <a:cs typeface="Arial" panose="020B0604020202020204" pitchFamily="34" charset="0"/>
              </a:rPr>
              <a:t>B</a:t>
            </a:r>
            <a:r>
              <a:rPr lang="en-US" altLang="zh-CN" sz="2200" kern="1050" spc="-20" dirty="0">
                <a:effectLst/>
                <a:latin typeface="Arial" panose="020B0604020202020204" pitchFamily="34" charset="0"/>
                <a:ea typeface="宋体" panose="02010600030101010101" pitchFamily="2" charset="-122"/>
                <a:cs typeface="Arial" panose="020B0604020202020204" pitchFamily="34" charset="0"/>
              </a:rPr>
              <a:t>+</a:t>
            </a:r>
            <a:r>
              <a:rPr lang="zh-CN" altLang="zh-CN" sz="2200" kern="1050" spc="-20" dirty="0">
                <a:effectLst/>
                <a:latin typeface="宋体" panose="02010600030101010101" pitchFamily="2" charset="-122"/>
                <a:ea typeface="宋体" panose="02010600030101010101" pitchFamily="2" charset="-122"/>
                <a:cs typeface="Times New Roman" panose="02020603050405020304" pitchFamily="18" charset="0"/>
              </a:rPr>
              <a:t>树索引进行动态维护</a:t>
            </a:r>
            <a:endParaRPr lang="en-US" altLang="zh-CN" sz="2200" kern="1050" spc="-20" dirty="0">
              <a:effectLst/>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50000"/>
              </a:lnSpc>
              <a:buFont typeface="Wingdings" panose="05000000000000000000" pitchFamily="2" charset="2"/>
              <a:buChar char="l"/>
            </a:pPr>
            <a:r>
              <a:rPr lang="zh-CN" altLang="zh-CN" sz="2200" kern="1050" spc="-20" dirty="0">
                <a:effectLst/>
                <a:latin typeface="宋体" panose="02010600030101010101" pitchFamily="2" charset="-122"/>
                <a:ea typeface="宋体" panose="02010600030101010101" pitchFamily="2" charset="-122"/>
                <a:cs typeface="Times New Roman" panose="02020603050405020304" pitchFamily="18" charset="0"/>
              </a:rPr>
              <a:t>插入、删除相应的索引项</a:t>
            </a:r>
            <a:endParaRPr lang="zh-CN" altLang="en-US" sz="2200" dirty="0">
              <a:latin typeface="宋体" panose="02010600030101010101" pitchFamily="2" charset="-122"/>
              <a:ea typeface="宋体" panose="02010600030101010101" pitchFamily="2" charset="-122"/>
            </a:endParaRPr>
          </a:p>
        </p:txBody>
      </p:sp>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059" name="Rectangle 3"/>
          <p:cNvSpPr>
            <a:spLocks noGrp="1" noChangeArrowheads="1"/>
          </p:cNvSpPr>
          <p:nvPr>
            <p:ph type="body" idx="1"/>
          </p:nvPr>
        </p:nvSpPr>
        <p:spPr>
          <a:xfrm>
            <a:off x="1271464" y="1996801"/>
            <a:ext cx="10585176" cy="2800351"/>
          </a:xfrm>
        </p:spPr>
        <p:txBody>
          <a:bodyPr/>
          <a:lstStyle/>
          <a:p>
            <a:pPr algn="just" eaLnBrk="1" hangingPunct="1">
              <a:buFont typeface="Wingdings" panose="05000000000000000000" pitchFamily="2" charset="2"/>
              <a:buChar char="n"/>
            </a:pPr>
            <a:r>
              <a:rPr lang="zh-CN" altLang="zh-CN" sz="2400" kern="1050" spc="-20" dirty="0">
                <a:effectLst/>
                <a:latin typeface="宋体" panose="02010600030101010101" pitchFamily="2" charset="-122"/>
                <a:cs typeface="Times New Roman" panose="02020603050405020304" pitchFamily="18" charset="0"/>
              </a:rPr>
              <a:t>封锁子系统完成并发控制功能</a:t>
            </a:r>
            <a:endParaRPr lang="en-US" altLang="zh-CN" sz="2400" dirty="0">
              <a:latin typeface="宋体" panose="02010600030101010101" pitchFamily="2" charset="-122"/>
            </a:endParaRPr>
          </a:p>
          <a:p>
            <a:pPr algn="just" eaLnBrk="1" hangingPunct="1">
              <a:buFont typeface="Wingdings" panose="05000000000000000000" pitchFamily="2" charset="2"/>
              <a:buChar char="n"/>
            </a:pPr>
            <a:r>
              <a:rPr lang="zh-CN" altLang="en-US" sz="2400" dirty="0">
                <a:cs typeface="Arial" panose="020B0604020202020204" pitchFamily="34" charset="0"/>
              </a:rPr>
              <a:t>数据库管理系统</a:t>
            </a:r>
            <a:r>
              <a:rPr lang="zh-CN" altLang="en-US" sz="2400" dirty="0">
                <a:latin typeface="宋体" panose="02010600030101010101" pitchFamily="2" charset="-122"/>
              </a:rPr>
              <a:t>封锁技术和操作系统封锁技术相比，技术更加复杂</a:t>
            </a:r>
            <a:endParaRPr lang="zh-CN" altLang="en-US" sz="2400" dirty="0">
              <a:latin typeface="宋体" panose="02010600030101010101" pitchFamily="2" charset="-122"/>
            </a:endParaRPr>
          </a:p>
          <a:p>
            <a:pPr eaLnBrk="1" hangingPunct="1">
              <a:buFont typeface="Wingdings" panose="05000000000000000000" pitchFamily="2" charset="2"/>
              <a:buChar char="n"/>
            </a:pPr>
            <a:r>
              <a:rPr lang="zh-CN" altLang="en-US" sz="2400" dirty="0">
                <a:latin typeface="宋体" panose="02010600030101010101" pitchFamily="2" charset="-122"/>
              </a:rPr>
              <a:t>实现手段依赖于操作系统提供的环境。例如，封锁表的设计 </a:t>
            </a:r>
            <a:endParaRPr lang="zh-CN" altLang="en-US" sz="2400" dirty="0">
              <a:latin typeface="宋体" panose="02010600030101010101" pitchFamily="2" charset="-122"/>
            </a:endParaRPr>
          </a:p>
        </p:txBody>
      </p:sp>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sp>
        <p:nvSpPr>
          <p:cNvPr id="8" name="Rectangle 2"/>
          <p:cNvSpPr txBox="1">
            <a:spLocks noChangeArrowheads="1"/>
          </p:cNvSpPr>
          <p:nvPr/>
        </p:nvSpPr>
        <p:spPr bwMode="auto">
          <a:xfrm>
            <a:off x="575269" y="106434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marL="342900" indent="-342900" algn="l" eaLnBrk="1" hangingPunct="1">
              <a:spcBef>
                <a:spcPts val="1800"/>
              </a:spcBef>
              <a:buSzPct val="100000"/>
              <a:buFont typeface="Wingdings" panose="05000000000000000000" pitchFamily="2" charset="2"/>
              <a:buChar char="v"/>
            </a:pPr>
            <a:r>
              <a:rPr lang="en-US" altLang="zh-CN" sz="2800" dirty="0">
                <a:solidFill>
                  <a:schemeClr val="tx1"/>
                </a:solidFill>
                <a:latin typeface="Arial" panose="020B0604020202020204" pitchFamily="34" charset="0"/>
                <a:ea typeface="宋体" panose="02010600030101010101" pitchFamily="2" charset="-122"/>
                <a:cs typeface="Arial" panose="020B0604020202020204" pitchFamily="34" charset="0"/>
              </a:rPr>
              <a:t>6.</a:t>
            </a:r>
            <a:r>
              <a:rPr lang="zh-CN" altLang="en-US" sz="2800" kern="0" dirty="0">
                <a:solidFill>
                  <a:schemeClr val="tx1"/>
                </a:solidFill>
                <a:latin typeface="宋体" panose="02010600030101010101" pitchFamily="2" charset="-122"/>
                <a:ea typeface="宋体" panose="02010600030101010101" pitchFamily="2" charset="-122"/>
                <a:cs typeface="+mn-cs"/>
              </a:rPr>
              <a:t>封锁子系统</a:t>
            </a:r>
            <a:endParaRPr lang="zh-CN" altLang="en-US" sz="2800" kern="0" dirty="0">
              <a:solidFill>
                <a:schemeClr val="tx1"/>
              </a:solidFill>
              <a:latin typeface="宋体" panose="02010600030101010101" pitchFamily="2" charset="-122"/>
              <a:ea typeface="宋体" panose="02010600030101010101" pitchFamily="2" charset="-122"/>
              <a:cs typeface="+mn-cs"/>
            </a:endParaRPr>
          </a:p>
        </p:txBody>
      </p:sp>
    </p:spTree>
  </p:cSld>
  <p:clrMapOvr>
    <a:masterClrMapping/>
  </p:clrMapOvr>
  <p:transition spd="slow">
    <p:wipe dir="d"/>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数据存取层的功能子系统（续）</a:t>
            </a:r>
            <a:endParaRPr lang="zh-CN" altLang="en-US" sz="3600" kern="0" dirty="0">
              <a:latin typeface="宋体" panose="02010600030101010101" pitchFamily="2" charset="-122"/>
              <a:ea typeface="宋体" panose="02010600030101010101" pitchFamily="2" charset="-122"/>
            </a:endParaRPr>
          </a:p>
        </p:txBody>
      </p:sp>
      <p:graphicFrame>
        <p:nvGraphicFramePr>
          <p:cNvPr id="6" name="表格 5"/>
          <p:cNvGraphicFramePr>
            <a:graphicFrameLocks noGrp="1"/>
          </p:cNvGraphicFramePr>
          <p:nvPr/>
        </p:nvGraphicFramePr>
        <p:xfrm>
          <a:off x="1199456" y="1327560"/>
          <a:ext cx="10225136" cy="4333240"/>
        </p:xfrm>
        <a:graphic>
          <a:graphicData uri="http://schemas.openxmlformats.org/drawingml/2006/table">
            <a:tbl>
              <a:tblPr>
                <a:tableStyleId>{5C22544A-7EE6-4342-B048-85BDC9FD1C3A}</a:tableStyleId>
              </a:tblPr>
              <a:tblGrid>
                <a:gridCol w="1246985"/>
                <a:gridCol w="4195473"/>
                <a:gridCol w="4782678"/>
              </a:tblGrid>
              <a:tr h="645160">
                <a:tc>
                  <a:txBody>
                    <a:bodyPr/>
                    <a:lstStyle/>
                    <a:p>
                      <a:pPr algn="just"/>
                      <a:r>
                        <a:rPr lang="en-US" sz="1800" b="1" kern="100" baseline="0" dirty="0">
                          <a:effectLst/>
                          <a:latin typeface="Arial" panose="020B0604020202020204" pitchFamily="34" charset="0"/>
                          <a:ea typeface="宋体" panose="02010600030101010101" pitchFamily="2" charset="-122"/>
                        </a:rPr>
                        <a:t> </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solidFill>
                      <a:schemeClr val="accent5">
                        <a:lumMod val="20000"/>
                        <a:lumOff val="80000"/>
                      </a:schemeClr>
                    </a:solidFill>
                  </a:tcPr>
                </a:tc>
                <a:tc>
                  <a:txBody>
                    <a:bodyPr/>
                    <a:lstStyle/>
                    <a:p>
                      <a:pPr algn="ctr"/>
                      <a:r>
                        <a:rPr lang="zh-CN" sz="1800" b="1" kern="100" baseline="0" dirty="0">
                          <a:effectLst/>
                          <a:latin typeface="Arial" panose="020B0604020202020204" pitchFamily="34" charset="0"/>
                          <a:ea typeface="宋体" panose="02010600030101010101" pitchFamily="2" charset="-122"/>
                        </a:rPr>
                        <a:t>操作系统</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solidFill>
                      <a:schemeClr val="accent5">
                        <a:lumMod val="20000"/>
                        <a:lumOff val="80000"/>
                      </a:schemeClr>
                    </a:solidFill>
                  </a:tcPr>
                </a:tc>
                <a:tc>
                  <a:txBody>
                    <a:bodyPr/>
                    <a:lstStyle/>
                    <a:p>
                      <a:pPr algn="ctr"/>
                      <a:r>
                        <a:rPr lang="zh-CN" sz="1800" b="1" kern="100" baseline="0" dirty="0">
                          <a:effectLst/>
                          <a:latin typeface="Arial" panose="020B0604020202020204" pitchFamily="34" charset="0"/>
                          <a:ea typeface="宋体" panose="02010600030101010101" pitchFamily="2" charset="-122"/>
                        </a:rPr>
                        <a:t>数据库管理系统</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solidFill>
                      <a:schemeClr val="accent5">
                        <a:lumMod val="20000"/>
                        <a:lumOff val="80000"/>
                      </a:schemeClr>
                    </a:solidFill>
                  </a:tcPr>
                </a:tc>
              </a:tr>
              <a:tr h="819785">
                <a:tc>
                  <a:txBody>
                    <a:bodyPr/>
                    <a:lstStyle/>
                    <a:p>
                      <a:pPr algn="just"/>
                      <a:r>
                        <a:rPr lang="zh-CN" sz="1800" b="1" kern="100" baseline="0" dirty="0">
                          <a:effectLst/>
                          <a:latin typeface="Arial" panose="020B0604020202020204" pitchFamily="34" charset="0"/>
                          <a:ea typeface="宋体" panose="02010600030101010101" pitchFamily="2" charset="-122"/>
                        </a:rPr>
                        <a:t>封锁对象</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tc>
                <a:tc>
                  <a:txBody>
                    <a:bodyPr/>
                    <a:lstStyle/>
                    <a:p>
                      <a:pPr algn="just"/>
                      <a:r>
                        <a:rPr lang="zh-CN" sz="1800" b="1" kern="100" baseline="0" dirty="0">
                          <a:effectLst/>
                          <a:latin typeface="Arial" panose="020B0604020202020204" pitchFamily="34" charset="0"/>
                          <a:ea typeface="宋体" panose="02010600030101010101" pitchFamily="2" charset="-122"/>
                        </a:rPr>
                        <a:t>单一，</a:t>
                      </a:r>
                      <a:endParaRPr lang="en-US" altLang="zh-CN" sz="1800" b="1" kern="100" baseline="0" dirty="0">
                        <a:effectLst/>
                        <a:latin typeface="Arial" panose="020B0604020202020204" pitchFamily="34" charset="0"/>
                        <a:ea typeface="宋体" panose="02010600030101010101" pitchFamily="2" charset="-122"/>
                      </a:endParaRPr>
                    </a:p>
                    <a:p>
                      <a:pPr algn="just"/>
                      <a:r>
                        <a:rPr lang="zh-CN" sz="1800" b="1" kern="100" baseline="0" dirty="0">
                          <a:effectLst/>
                          <a:latin typeface="Arial" panose="020B0604020202020204" pitchFamily="34" charset="0"/>
                          <a:ea typeface="宋体" panose="02010600030101010101" pitchFamily="2" charset="-122"/>
                        </a:rPr>
                        <a:t>系统资源（包括</a:t>
                      </a:r>
                      <a:r>
                        <a:rPr lang="en-US" sz="1800" b="1" kern="100" baseline="0" dirty="0">
                          <a:effectLst/>
                          <a:latin typeface="Arial" panose="020B0604020202020204" pitchFamily="34" charset="0"/>
                          <a:ea typeface="宋体" panose="02010600030101010101" pitchFamily="2" charset="-122"/>
                        </a:rPr>
                        <a:t>CPU</a:t>
                      </a:r>
                      <a:r>
                        <a:rPr lang="zh-CN" sz="1800" b="1" kern="100" baseline="0" dirty="0">
                          <a:effectLst/>
                          <a:latin typeface="Arial" panose="020B0604020202020204" pitchFamily="34" charset="0"/>
                          <a:ea typeface="宋体" panose="02010600030101010101" pitchFamily="2" charset="-122"/>
                        </a:rPr>
                        <a:t>、设备、表格等）</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tc>
                <a:tc>
                  <a:txBody>
                    <a:bodyPr/>
                    <a:lstStyle/>
                    <a:p>
                      <a:pPr algn="just"/>
                      <a:r>
                        <a:rPr lang="zh-CN" sz="1800" b="1" kern="100" baseline="0" dirty="0">
                          <a:effectLst/>
                          <a:latin typeface="Arial" panose="020B0604020202020204" pitchFamily="34" charset="0"/>
                          <a:ea typeface="宋体" panose="02010600030101010101" pitchFamily="2" charset="-122"/>
                        </a:rPr>
                        <a:t>多样，数据库中各种数据对象（包括用户数据、索引（存取路径）、数据字典等）</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tc>
              </a:tr>
              <a:tr h="1228725">
                <a:tc>
                  <a:txBody>
                    <a:bodyPr/>
                    <a:lstStyle/>
                    <a:p>
                      <a:pPr algn="just"/>
                      <a:r>
                        <a:rPr lang="zh-CN" sz="1800" b="1" kern="100" baseline="0" dirty="0">
                          <a:effectLst/>
                          <a:latin typeface="Arial" panose="020B0604020202020204" pitchFamily="34" charset="0"/>
                          <a:ea typeface="宋体" panose="02010600030101010101" pitchFamily="2" charset="-122"/>
                        </a:rPr>
                        <a:t>封锁对象的状态</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solidFill>
                      <a:schemeClr val="accent5">
                        <a:lumMod val="20000"/>
                        <a:lumOff val="80000"/>
                      </a:schemeClr>
                    </a:solidFill>
                  </a:tcPr>
                </a:tc>
                <a:tc>
                  <a:txBody>
                    <a:bodyPr/>
                    <a:lstStyle/>
                    <a:p>
                      <a:pPr algn="just"/>
                      <a:r>
                        <a:rPr lang="zh-CN" sz="1800" b="1" kern="100" baseline="0" dirty="0">
                          <a:effectLst/>
                          <a:latin typeface="Arial" panose="020B0604020202020204" pitchFamily="34" charset="0"/>
                          <a:ea typeface="宋体" panose="02010600030101010101" pitchFamily="2" charset="-122"/>
                        </a:rPr>
                        <a:t>静态、确定；</a:t>
                      </a:r>
                      <a:endParaRPr lang="en-US" altLang="zh-CN" sz="1800" b="1" kern="100" baseline="0" dirty="0">
                        <a:effectLst/>
                        <a:latin typeface="Arial" panose="020B0604020202020204" pitchFamily="34" charset="0"/>
                        <a:ea typeface="宋体" panose="02010600030101010101" pitchFamily="2" charset="-122"/>
                      </a:endParaRPr>
                    </a:p>
                    <a:p>
                      <a:pPr algn="just"/>
                      <a:r>
                        <a:rPr lang="zh-CN" sz="1800" b="1" kern="100" baseline="0" dirty="0">
                          <a:effectLst/>
                          <a:latin typeface="Arial" panose="020B0604020202020204" pitchFamily="34" charset="0"/>
                          <a:ea typeface="宋体" panose="02010600030101010101" pitchFamily="2" charset="-122"/>
                        </a:rPr>
                        <a:t>各种封锁对象在封锁表中占有一项；</a:t>
                      </a:r>
                      <a:endParaRPr lang="en-US" altLang="zh-CN" sz="1800" b="1" kern="100" baseline="0" dirty="0">
                        <a:effectLst/>
                        <a:latin typeface="Arial" panose="020B0604020202020204" pitchFamily="34" charset="0"/>
                        <a:ea typeface="宋体" panose="02010600030101010101" pitchFamily="2" charset="-122"/>
                      </a:endParaRPr>
                    </a:p>
                    <a:p>
                      <a:pPr algn="just"/>
                      <a:r>
                        <a:rPr lang="zh-CN" sz="1800" b="1" kern="100" baseline="0" dirty="0">
                          <a:effectLst/>
                          <a:latin typeface="Arial" panose="020B0604020202020204" pitchFamily="34" charset="0"/>
                          <a:ea typeface="宋体" panose="02010600030101010101" pitchFamily="2" charset="-122"/>
                        </a:rPr>
                        <a:t>封锁对象数不变</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solidFill>
                      <a:schemeClr val="accent5">
                        <a:lumMod val="20000"/>
                        <a:lumOff val="80000"/>
                      </a:schemeClr>
                    </a:solidFill>
                  </a:tcPr>
                </a:tc>
                <a:tc>
                  <a:txBody>
                    <a:bodyPr/>
                    <a:lstStyle/>
                    <a:p>
                      <a:pPr algn="just"/>
                      <a:r>
                        <a:rPr lang="zh-CN" sz="1800" b="1" kern="100" baseline="0" dirty="0">
                          <a:effectLst/>
                          <a:latin typeface="Arial" panose="020B0604020202020204" pitchFamily="34" charset="0"/>
                          <a:ea typeface="宋体" panose="02010600030101010101" pitchFamily="2" charset="-122"/>
                        </a:rPr>
                        <a:t>动态，不确定；</a:t>
                      </a:r>
                      <a:endParaRPr lang="en-US" altLang="zh-CN" sz="1800" b="1" kern="100" baseline="0" dirty="0">
                        <a:effectLst/>
                        <a:latin typeface="Arial" panose="020B0604020202020204" pitchFamily="34" charset="0"/>
                        <a:ea typeface="宋体" panose="02010600030101010101" pitchFamily="2" charset="-122"/>
                      </a:endParaRPr>
                    </a:p>
                    <a:p>
                      <a:pPr algn="just"/>
                      <a:r>
                        <a:rPr lang="zh-CN" sz="1800" b="1" kern="100" baseline="0" dirty="0">
                          <a:effectLst/>
                          <a:latin typeface="Arial" panose="020B0604020202020204" pitchFamily="34" charset="0"/>
                          <a:ea typeface="宋体" panose="02010600030101010101" pitchFamily="2" charset="-122"/>
                        </a:rPr>
                        <a:t>封锁对象动态改变，常常在执行前不能确定；</a:t>
                      </a:r>
                      <a:endParaRPr lang="en-US" altLang="zh-CN" sz="1800" b="1" kern="100" baseline="0" dirty="0">
                        <a:effectLst/>
                        <a:latin typeface="Arial" panose="020B0604020202020204" pitchFamily="34" charset="0"/>
                        <a:ea typeface="宋体" panose="02010600030101010101" pitchFamily="2" charset="-122"/>
                      </a:endParaRPr>
                    </a:p>
                    <a:p>
                      <a:pPr algn="just"/>
                      <a:r>
                        <a:rPr lang="zh-CN" sz="1800" b="1" kern="100" baseline="0" dirty="0">
                          <a:effectLst/>
                          <a:latin typeface="Arial" panose="020B0604020202020204" pitchFamily="34" charset="0"/>
                          <a:ea typeface="宋体" panose="02010600030101010101" pitchFamily="2" charset="-122"/>
                        </a:rPr>
                        <a:t>一个封锁对象只有当封锁时才在封锁表中占据一项</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solidFill>
                      <a:schemeClr val="accent5">
                        <a:lumMod val="20000"/>
                        <a:lumOff val="80000"/>
                      </a:schemeClr>
                    </a:solidFill>
                  </a:tcPr>
                </a:tc>
              </a:tr>
              <a:tr h="819785">
                <a:tc>
                  <a:txBody>
                    <a:bodyPr/>
                    <a:lstStyle/>
                    <a:p>
                      <a:pPr algn="just"/>
                      <a:r>
                        <a:rPr lang="zh-CN" sz="1800" b="1" kern="100" baseline="0" dirty="0">
                          <a:effectLst/>
                          <a:latin typeface="Arial" panose="020B0604020202020204" pitchFamily="34" charset="0"/>
                          <a:ea typeface="宋体" panose="02010600030101010101" pitchFamily="2" charset="-122"/>
                        </a:rPr>
                        <a:t>封锁粒度</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tc>
                <a:tc>
                  <a:txBody>
                    <a:bodyPr/>
                    <a:lstStyle/>
                    <a:p>
                      <a:pPr algn="just"/>
                      <a:r>
                        <a:rPr lang="zh-CN" sz="1800" b="1" kern="100" baseline="0" dirty="0">
                          <a:effectLst/>
                          <a:latin typeface="Arial" panose="020B0604020202020204" pitchFamily="34" charset="0"/>
                          <a:ea typeface="宋体" panose="02010600030101010101" pitchFamily="2" charset="-122"/>
                        </a:rPr>
                        <a:t>不变，由于封锁对象单一、固定，封锁粒度不会改变</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tc>
                <a:tc>
                  <a:txBody>
                    <a:bodyPr/>
                    <a:lstStyle/>
                    <a:p>
                      <a:pPr algn="just"/>
                      <a:r>
                        <a:rPr lang="zh-CN" sz="1800" b="1" kern="100" baseline="0" dirty="0">
                          <a:effectLst/>
                          <a:latin typeface="Arial" panose="020B0604020202020204" pitchFamily="34" charset="0"/>
                          <a:ea typeface="宋体" panose="02010600030101010101" pitchFamily="2" charset="-122"/>
                        </a:rPr>
                        <a:t>可变，封锁可施加到或大、或小的数据单位上，封锁粒度可以是整个数据库、记录或字段</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tc>
              </a:tr>
              <a:tr h="819785">
                <a:tc>
                  <a:txBody>
                    <a:bodyPr/>
                    <a:lstStyle/>
                    <a:p>
                      <a:pPr algn="just"/>
                      <a:r>
                        <a:rPr lang="zh-CN" sz="1800" b="1" kern="100" baseline="0" dirty="0">
                          <a:effectLst/>
                          <a:latin typeface="Arial" panose="020B0604020202020204" pitchFamily="34" charset="0"/>
                          <a:ea typeface="宋体" panose="02010600030101010101" pitchFamily="2" charset="-122"/>
                        </a:rPr>
                        <a:t>封锁类型</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solidFill>
                      <a:schemeClr val="accent5">
                        <a:lumMod val="20000"/>
                        <a:lumOff val="80000"/>
                      </a:schemeClr>
                    </a:solidFill>
                  </a:tcPr>
                </a:tc>
                <a:tc>
                  <a:txBody>
                    <a:bodyPr/>
                    <a:lstStyle/>
                    <a:p>
                      <a:pPr algn="just"/>
                      <a:r>
                        <a:rPr lang="zh-CN" sz="1800" b="1" kern="100" baseline="0" dirty="0">
                          <a:effectLst/>
                          <a:latin typeface="Arial" panose="020B0604020202020204" pitchFamily="34" charset="0"/>
                          <a:ea typeface="宋体" panose="02010600030101010101" pitchFamily="2" charset="-122"/>
                        </a:rPr>
                        <a:t>单一，排他锁</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solidFill>
                      <a:schemeClr val="accent5">
                        <a:lumMod val="20000"/>
                        <a:lumOff val="80000"/>
                      </a:schemeClr>
                    </a:solidFill>
                  </a:tcPr>
                </a:tc>
                <a:tc>
                  <a:txBody>
                    <a:bodyPr/>
                    <a:lstStyle/>
                    <a:p>
                      <a:pPr algn="just"/>
                      <a:r>
                        <a:rPr lang="zh-CN" sz="1800" b="1" kern="100" baseline="0" dirty="0">
                          <a:effectLst/>
                          <a:latin typeface="Arial" panose="020B0604020202020204" pitchFamily="34" charset="0"/>
                          <a:ea typeface="宋体" panose="02010600030101010101" pitchFamily="2" charset="-122"/>
                        </a:rPr>
                        <a:t>多样，一般有共享锁（</a:t>
                      </a:r>
                      <a:r>
                        <a:rPr lang="en-US" sz="1800" b="1" kern="100" baseline="0" dirty="0" err="1">
                          <a:effectLst/>
                          <a:latin typeface="Arial" panose="020B0604020202020204" pitchFamily="34" charset="0"/>
                          <a:ea typeface="宋体" panose="02010600030101010101" pitchFamily="2" charset="-122"/>
                        </a:rPr>
                        <a:t>SLock</a:t>
                      </a:r>
                      <a:r>
                        <a:rPr lang="zh-CN" sz="1800" b="1" kern="100" baseline="0" dirty="0">
                          <a:effectLst/>
                          <a:latin typeface="Arial" panose="020B0604020202020204" pitchFamily="34" charset="0"/>
                          <a:ea typeface="宋体" panose="02010600030101010101" pitchFamily="2" charset="-122"/>
                        </a:rPr>
                        <a:t>）、排他锁（</a:t>
                      </a:r>
                      <a:r>
                        <a:rPr lang="en-US" sz="1800" b="1" kern="100" baseline="0" dirty="0" err="1">
                          <a:effectLst/>
                          <a:latin typeface="Arial" panose="020B0604020202020204" pitchFamily="34" charset="0"/>
                          <a:ea typeface="宋体" panose="02010600030101010101" pitchFamily="2" charset="-122"/>
                        </a:rPr>
                        <a:t>XLock</a:t>
                      </a:r>
                      <a:r>
                        <a:rPr lang="zh-CN" sz="1800" b="1" kern="100" baseline="0" dirty="0">
                          <a:effectLst/>
                          <a:latin typeface="Arial" panose="020B0604020202020204" pitchFamily="34" charset="0"/>
                          <a:ea typeface="宋体" panose="02010600030101010101" pitchFamily="2" charset="-122"/>
                        </a:rPr>
                        <a:t>）或其他类型的封锁，随系统而异</a:t>
                      </a:r>
                      <a:endParaRPr lang="zh-CN" sz="1800" b="1" kern="100" baseline="0" dirty="0">
                        <a:effectLst/>
                        <a:latin typeface="Arial" panose="020B0604020202020204" pitchFamily="34" charset="0"/>
                        <a:ea typeface="宋体" panose="02010600030101010101" pitchFamily="2" charset="-122"/>
                      </a:endParaRPr>
                    </a:p>
                  </a:txBody>
                  <a:tcPr marL="68580" marR="68580" marT="0" marB="0" anchor="ctr">
                    <a:solidFill>
                      <a:schemeClr val="accent5">
                        <a:lumMod val="20000"/>
                        <a:lumOff val="80000"/>
                      </a:schemeClr>
                    </a:solidFill>
                  </a:tcPr>
                </a:tc>
              </a:tr>
            </a:tbl>
          </a:graphicData>
        </a:graphic>
      </p:graphicFrame>
      <p:sp>
        <p:nvSpPr>
          <p:cNvPr id="7" name="Rectangle 2"/>
          <p:cNvSpPr>
            <a:spLocks noChangeArrowheads="1"/>
          </p:cNvSpPr>
          <p:nvPr/>
        </p:nvSpPr>
        <p:spPr bwMode="auto">
          <a:xfrm>
            <a:off x="3876164" y="5790956"/>
            <a:ext cx="411362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en-US" sz="1600" b="1" i="0" u="none" strike="noStrike" cap="none" normalizeH="0" baseline="0" dirty="0">
                <a:ln>
                  <a:noFill/>
                </a:ln>
                <a:effectLst/>
                <a:latin typeface="宋体" panose="02010600030101010101" pitchFamily="2" charset="-122"/>
                <a:ea typeface="宋体" panose="02010600030101010101" pitchFamily="2" charset="-122"/>
                <a:cs typeface="Times New Roman" panose="02020603050405020304" pitchFamily="18" charset="0"/>
              </a:rPr>
              <a:t>操作系统和数据库管理系统封锁技术的比较</a:t>
            </a:r>
            <a:endParaRPr kumimoji="0" lang="zh-CN" altLang="en-US" sz="4000" b="1" i="0" u="none" strike="noStrike" cap="none" normalizeH="0" baseline="0" dirty="0">
              <a:ln>
                <a:noFill/>
              </a:ln>
              <a:effectLst/>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775520" y="23811"/>
            <a:ext cx="8401051" cy="852488"/>
          </a:xfrm>
        </p:spPr>
        <p:txBody>
          <a:bodyPr/>
          <a:lstStyle/>
          <a:p>
            <a:pPr eaLnBrk="1" hangingPunct="1"/>
            <a:r>
              <a:rPr lang="zh-CN" altLang="zh-CN" sz="3600" dirty="0"/>
              <a:t>第</a:t>
            </a:r>
            <a:r>
              <a:rPr lang="en-US" altLang="zh-CN" sz="3600" dirty="0"/>
              <a:t>13</a:t>
            </a:r>
            <a:r>
              <a:rPr lang="zh-CN" altLang="zh-CN" sz="3600" dirty="0"/>
              <a:t>章  </a:t>
            </a:r>
            <a:r>
              <a:rPr lang="zh-CN" altLang="en-US" sz="3600" dirty="0"/>
              <a:t>数据库管理系统概述</a:t>
            </a:r>
            <a:endParaRPr lang="zh-CN" altLang="en-US" sz="3600" dirty="0"/>
          </a:p>
        </p:txBody>
      </p:sp>
      <p:sp>
        <p:nvSpPr>
          <p:cNvPr id="9219" name="Rectangle 3"/>
          <p:cNvSpPr>
            <a:spLocks noGrp="1" noChangeArrowheads="1"/>
          </p:cNvSpPr>
          <p:nvPr>
            <p:ph type="body" idx="1"/>
          </p:nvPr>
        </p:nvSpPr>
        <p:spPr>
          <a:xfrm>
            <a:off x="2195513" y="1316766"/>
            <a:ext cx="7056139" cy="4225124"/>
          </a:xfrm>
        </p:spPr>
        <p:txBody>
          <a:bodyPr>
            <a:normAutofit lnSpcReduction="10000"/>
          </a:bodyPr>
          <a:lstStyle/>
          <a:p>
            <a:pPr marL="342900" lvl="1" indent="-342900" algn="just" eaLnBrk="1" hangingPunct="1">
              <a:lnSpc>
                <a:spcPct val="130000"/>
              </a:lnSpc>
              <a:spcBef>
                <a:spcPct val="20000"/>
              </a:spcBef>
              <a:buNone/>
              <a:defRPr/>
            </a:pPr>
            <a:r>
              <a:rPr lang="en-US" altLang="zh-CN" sz="2800" dirty="0">
                <a:latin typeface="Arial" panose="020B0604020202020204" pitchFamily="34" charset="0"/>
                <a:ea typeface="宋体" panose="02010600030101010101" pitchFamily="2" charset="-122"/>
              </a:rPr>
              <a:t>13.1</a:t>
            </a:r>
            <a:r>
              <a:rPr lang="zh-CN" altLang="en-US" sz="2800" dirty="0">
                <a:latin typeface="Arial" panose="020B0604020202020204" pitchFamily="34" charset="0"/>
                <a:ea typeface="宋体" panose="02010600030101010101" pitchFamily="2" charset="-122"/>
              </a:rPr>
              <a:t> 数据库管理系统的基本功能</a:t>
            </a:r>
            <a:endParaRPr lang="zh-CN" altLang="en-US" sz="2800" dirty="0">
              <a:latin typeface="Arial" panose="020B0604020202020204" pitchFamily="34" charset="0"/>
              <a:ea typeface="宋体" panose="02010600030101010101" pitchFamily="2" charset="-122"/>
            </a:endParaRPr>
          </a:p>
          <a:p>
            <a:pPr marL="342900" lvl="1" indent="-342900" algn="just" eaLnBrk="1" hangingPunct="1">
              <a:lnSpc>
                <a:spcPct val="130000"/>
              </a:lnSpc>
              <a:spcBef>
                <a:spcPct val="20000"/>
              </a:spcBef>
              <a:buNone/>
              <a:defRPr/>
            </a:pPr>
            <a:r>
              <a:rPr lang="en-US" altLang="zh-CN" sz="2800" dirty="0">
                <a:latin typeface="Arial" panose="020B0604020202020204" pitchFamily="34" charset="0"/>
                <a:ea typeface="宋体" panose="02010600030101010101" pitchFamily="2" charset="-122"/>
              </a:rPr>
              <a:t>13.2</a:t>
            </a:r>
            <a:r>
              <a:rPr lang="zh-CN" altLang="en-US" sz="2800" dirty="0">
                <a:latin typeface="Arial" panose="020B0604020202020204" pitchFamily="34" charset="0"/>
                <a:ea typeface="宋体" panose="02010600030101010101" pitchFamily="2" charset="-122"/>
              </a:rPr>
              <a:t> 数据库管理系统的系统结构</a:t>
            </a:r>
            <a:endParaRPr lang="zh-CN" altLang="en-US" sz="2800" dirty="0">
              <a:latin typeface="Arial" panose="020B0604020202020204" pitchFamily="34" charset="0"/>
              <a:ea typeface="宋体" panose="02010600030101010101" pitchFamily="2" charset="-122"/>
            </a:endParaRPr>
          </a:p>
          <a:p>
            <a:pPr marL="342900" lvl="1" indent="-342900" algn="just" eaLnBrk="1" hangingPunct="1">
              <a:lnSpc>
                <a:spcPct val="130000"/>
              </a:lnSpc>
              <a:spcBef>
                <a:spcPct val="20000"/>
              </a:spcBef>
              <a:buNone/>
              <a:defRPr/>
            </a:pPr>
            <a:r>
              <a:rPr lang="en-US" altLang="zh-CN" sz="2800" dirty="0">
                <a:latin typeface="Arial" panose="020B0604020202020204" pitchFamily="34" charset="0"/>
                <a:ea typeface="宋体" panose="02010600030101010101" pitchFamily="2" charset="-122"/>
              </a:rPr>
              <a:t>13.3</a:t>
            </a:r>
            <a:r>
              <a:rPr lang="zh-CN" altLang="en-US" sz="2800" dirty="0">
                <a:latin typeface="Arial" panose="020B0604020202020204" pitchFamily="34" charset="0"/>
                <a:ea typeface="宋体" panose="02010600030101010101" pitchFamily="2" charset="-122"/>
              </a:rPr>
              <a:t> 语言处理层</a:t>
            </a:r>
            <a:endParaRPr lang="en-US" altLang="zh-CN" sz="2800" dirty="0">
              <a:latin typeface="Arial" panose="020B0604020202020204" pitchFamily="34" charset="0"/>
              <a:ea typeface="宋体" panose="02010600030101010101" pitchFamily="2" charset="-122"/>
            </a:endParaRPr>
          </a:p>
          <a:p>
            <a:pPr marL="342900" lvl="1" indent="-342900" algn="just" eaLnBrk="1" hangingPunct="1">
              <a:lnSpc>
                <a:spcPct val="130000"/>
              </a:lnSpc>
              <a:spcBef>
                <a:spcPct val="20000"/>
              </a:spcBef>
              <a:buNone/>
              <a:defRPr/>
            </a:pPr>
            <a:r>
              <a:rPr lang="en-US" altLang="zh-CN" sz="2800" dirty="0">
                <a:latin typeface="Arial" panose="020B0604020202020204" pitchFamily="34" charset="0"/>
                <a:ea typeface="宋体" panose="02010600030101010101" pitchFamily="2" charset="-122"/>
              </a:rPr>
              <a:t>13.4</a:t>
            </a:r>
            <a:r>
              <a:rPr lang="zh-CN" altLang="en-US" sz="2800" dirty="0">
                <a:latin typeface="Arial" panose="020B0604020202020204" pitchFamily="34" charset="0"/>
                <a:ea typeface="宋体" panose="02010600030101010101" pitchFamily="2" charset="-122"/>
              </a:rPr>
              <a:t> 数据存取层</a:t>
            </a:r>
            <a:endParaRPr lang="en-US" altLang="zh-CN" sz="2800" dirty="0">
              <a:latin typeface="Arial" panose="020B0604020202020204" pitchFamily="34" charset="0"/>
              <a:ea typeface="宋体" panose="02010600030101010101" pitchFamily="2" charset="-122"/>
            </a:endParaRPr>
          </a:p>
          <a:p>
            <a:pPr marL="342900" lvl="1" indent="-342900" algn="just" eaLnBrk="1" hangingPunct="1">
              <a:lnSpc>
                <a:spcPct val="130000"/>
              </a:lnSpc>
              <a:spcBef>
                <a:spcPct val="20000"/>
              </a:spcBef>
              <a:buNone/>
              <a:defRPr/>
            </a:pPr>
            <a:r>
              <a:rPr lang="en-US" altLang="zh-CN" sz="2800" dirty="0">
                <a:solidFill>
                  <a:srgbClr val="0066FF"/>
                </a:solidFill>
                <a:latin typeface="Arial" panose="020B0604020202020204" pitchFamily="34" charset="0"/>
                <a:ea typeface="宋体" panose="02010600030101010101" pitchFamily="2" charset="-122"/>
              </a:rPr>
              <a:t>13.5</a:t>
            </a:r>
            <a:r>
              <a:rPr lang="zh-CN" altLang="en-US" sz="2800" dirty="0">
                <a:solidFill>
                  <a:srgbClr val="0066FF"/>
                </a:solidFill>
                <a:latin typeface="Arial" panose="020B0604020202020204" pitchFamily="34" charset="0"/>
                <a:ea typeface="宋体" panose="02010600030101010101" pitchFamily="2" charset="-122"/>
              </a:rPr>
              <a:t> 缓冲区管理</a:t>
            </a:r>
            <a:endParaRPr lang="en-US" altLang="zh-CN" sz="2800" dirty="0">
              <a:solidFill>
                <a:srgbClr val="0066FF"/>
              </a:solidFill>
              <a:latin typeface="Arial" panose="020B0604020202020204" pitchFamily="34" charset="0"/>
              <a:ea typeface="宋体" panose="02010600030101010101" pitchFamily="2" charset="-122"/>
            </a:endParaRPr>
          </a:p>
          <a:p>
            <a:pPr marL="0" indent="0" algn="just" eaLnBrk="1" hangingPunct="1">
              <a:buNone/>
            </a:pPr>
            <a:r>
              <a:rPr lang="en-US" altLang="zh-CN" dirty="0"/>
              <a:t>13.6</a:t>
            </a:r>
            <a:r>
              <a:rPr lang="zh-CN" altLang="en-US" dirty="0"/>
              <a:t> 数据库的物理组织</a:t>
            </a:r>
            <a:endParaRPr lang="en-US" altLang="zh-CN" dirty="0"/>
          </a:p>
          <a:p>
            <a:pPr marL="0" indent="0" algn="just" eaLnBrk="1" hangingPunct="1">
              <a:buNone/>
            </a:pPr>
            <a:r>
              <a:rPr lang="zh-CN" altLang="en-US" dirty="0"/>
              <a:t>本章小结</a:t>
            </a:r>
            <a:endParaRPr lang="en-US" altLang="zh-CN" dirty="0"/>
          </a:p>
          <a:p>
            <a:pPr marL="0" indent="0" algn="just" eaLnBrk="1" hangingPunct="1">
              <a:buNone/>
            </a:pPr>
            <a:endParaRPr lang="en-US" altLang="zh-CN" dirty="0">
              <a:latin typeface="宋体" panose="02010600030101010101" pitchFamily="2" charset="-122"/>
            </a:endParaRPr>
          </a:p>
          <a:p>
            <a:pPr marL="0" indent="0" algn="just" eaLnBrk="1" hangingPunct="1">
              <a:buNone/>
            </a:pPr>
            <a:endParaRPr lang="zh-CN" altLang="en-US" dirty="0">
              <a:latin typeface="宋体" panose="02010600030101010101" pitchFamily="2" charset="-122"/>
            </a:endParaRPr>
          </a:p>
          <a:p>
            <a:pPr marL="0" indent="0" algn="just" eaLnBrk="1" hangingPunct="1">
              <a:buNone/>
            </a:pPr>
            <a:endParaRPr lang="zh-CN" altLang="en-US" dirty="0">
              <a:latin typeface="宋体" panose="02010600030101010101" pitchFamily="2" charset="-122"/>
            </a:endParaRPr>
          </a:p>
        </p:txBody>
      </p:sp>
    </p:spTree>
  </p:cSld>
  <p:clrMapOvr>
    <a:masterClrMapping/>
  </p:clrMapOvr>
  <p:transition spd="slow">
    <p:wipe dir="d"/>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7" name="Rectangle 3"/>
          <p:cNvSpPr>
            <a:spLocks noGrp="1" noChangeArrowheads="1"/>
          </p:cNvSpPr>
          <p:nvPr>
            <p:ph type="body" idx="1"/>
          </p:nvPr>
        </p:nvSpPr>
        <p:spPr>
          <a:xfrm>
            <a:off x="2063552" y="1773241"/>
            <a:ext cx="8280599" cy="3640137"/>
          </a:xfrm>
        </p:spPr>
        <p:txBody>
          <a:bodyPr/>
          <a:lstStyle/>
          <a:p>
            <a:pPr eaLnBrk="1" hangingPunct="1"/>
            <a:r>
              <a:rPr lang="zh-CN" altLang="en-US" dirty="0">
                <a:solidFill>
                  <a:srgbClr val="00B050"/>
                </a:solidFill>
                <a:latin typeface="Times New Roman" panose="02020603050405020304" pitchFamily="18" charset="0"/>
              </a:rPr>
              <a:t>数据存储层概述</a:t>
            </a:r>
            <a:endParaRPr lang="zh-CN" altLang="en-US" dirty="0">
              <a:solidFill>
                <a:srgbClr val="00B050"/>
              </a:solidFill>
              <a:latin typeface="Times New Roman" panose="02020603050405020304" pitchFamily="18" charset="0"/>
            </a:endParaRPr>
          </a:p>
          <a:p>
            <a:pPr eaLnBrk="1" hangingPunct="1"/>
            <a:r>
              <a:rPr lang="zh-CN" altLang="en-US" dirty="0">
                <a:latin typeface="Times New Roman" panose="02020603050405020304" pitchFamily="18" charset="0"/>
              </a:rPr>
              <a:t>缓冲区</a:t>
            </a:r>
            <a:endParaRPr lang="zh-CN" altLang="en-US" dirty="0">
              <a:latin typeface="Times New Roman" panose="02020603050405020304" pitchFamily="18" charset="0"/>
            </a:endParaRPr>
          </a:p>
          <a:p>
            <a:pPr eaLnBrk="1" hangingPunct="1"/>
            <a:r>
              <a:rPr lang="zh-CN" altLang="en-US" dirty="0">
                <a:latin typeface="Times New Roman" panose="02020603050405020304" pitchFamily="18" charset="0"/>
              </a:rPr>
              <a:t>外存管理 </a:t>
            </a:r>
            <a:endParaRPr lang="zh-CN" altLang="en-US" dirty="0">
              <a:latin typeface="Times New Roman" panose="02020603050405020304" pitchFamily="18" charset="0"/>
            </a:endParaRPr>
          </a:p>
        </p:txBody>
      </p:sp>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宋体" panose="02010600030101010101" pitchFamily="2" charset="-122"/>
                <a:ea typeface="宋体" panose="02010600030101010101" pitchFamily="2" charset="-122"/>
              </a:rPr>
              <a:t> </a:t>
            </a:r>
            <a:r>
              <a:rPr lang="en-US" altLang="zh-CN" sz="3600" dirty="0">
                <a:latin typeface="Arial" panose="020B0604020202020204" pitchFamily="34" charset="0"/>
                <a:ea typeface="宋体" panose="02010600030101010101" pitchFamily="2" charset="-122"/>
                <a:cs typeface="Arial" panose="020B0604020202020204" pitchFamily="34" charset="0"/>
              </a:rPr>
              <a:t>13.5</a:t>
            </a:r>
            <a:r>
              <a:rPr lang="zh-CN" altLang="en-US" sz="360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缓冲区管理</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1299" name="Rectangle 3"/>
          <p:cNvSpPr>
            <a:spLocks noGrp="1" noChangeArrowheads="1"/>
          </p:cNvSpPr>
          <p:nvPr>
            <p:ph type="body" idx="1"/>
          </p:nvPr>
        </p:nvSpPr>
        <p:spPr>
          <a:xfrm>
            <a:off x="1127448" y="1772222"/>
            <a:ext cx="10657680" cy="4105050"/>
          </a:xfrm>
        </p:spPr>
        <p:txBody>
          <a:bodyPr/>
          <a:lstStyle/>
          <a:p>
            <a:pPr eaLnBrk="1" hangingPunct="1">
              <a:lnSpc>
                <a:spcPct val="120000"/>
              </a:lnSpc>
              <a:buFont typeface="Wingdings" panose="05000000000000000000" pitchFamily="2" charset="2"/>
              <a:buChar char="n"/>
            </a:pPr>
            <a:r>
              <a:rPr lang="zh-CN" altLang="en-US" sz="2400" dirty="0">
                <a:latin typeface="宋体" panose="02010600030101010101" pitchFamily="2" charset="-122"/>
              </a:rPr>
              <a:t>功能 </a:t>
            </a:r>
            <a:endParaRPr lang="zh-CN" altLang="en-US" sz="2400" dirty="0">
              <a:latin typeface="宋体" panose="02010600030101010101" pitchFamily="2" charset="-122"/>
            </a:endParaRPr>
          </a:p>
          <a:p>
            <a:pPr lvl="1" algn="just" eaLnBrk="1" hangingPunct="1">
              <a:lnSpc>
                <a:spcPct val="120000"/>
              </a:lnSpc>
              <a:spcBef>
                <a:spcPts val="60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缓冲区管理</a:t>
            </a:r>
            <a:endParaRPr lang="zh-CN" altLang="en-US" sz="2200" dirty="0">
              <a:latin typeface="宋体" panose="02010600030101010101" pitchFamily="2" charset="-122"/>
              <a:ea typeface="宋体" panose="02010600030101010101" pitchFamily="2" charset="-122"/>
            </a:endParaRPr>
          </a:p>
          <a:p>
            <a:pPr lvl="1" algn="just" eaLnBrk="1" hangingPunct="1">
              <a:lnSpc>
                <a:spcPct val="120000"/>
              </a:lnSpc>
              <a:spcBef>
                <a:spcPts val="60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内外存交换</a:t>
            </a:r>
            <a:endParaRPr lang="zh-CN" altLang="en-US" sz="2200" dirty="0">
              <a:latin typeface="宋体" panose="02010600030101010101" pitchFamily="2" charset="-122"/>
              <a:ea typeface="宋体" panose="02010600030101010101" pitchFamily="2" charset="-122"/>
            </a:endParaRPr>
          </a:p>
          <a:p>
            <a:pPr lvl="1" algn="just" eaLnBrk="1" hangingPunct="1">
              <a:lnSpc>
                <a:spcPct val="120000"/>
              </a:lnSpc>
              <a:spcBef>
                <a:spcPts val="60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外存管理</a:t>
            </a:r>
            <a:endParaRPr lang="zh-CN" altLang="en-US" sz="2200" dirty="0">
              <a:latin typeface="宋体" panose="02010600030101010101" pitchFamily="2" charset="-122"/>
              <a:ea typeface="宋体" panose="02010600030101010101" pitchFamily="2" charset="-122"/>
            </a:endParaRPr>
          </a:p>
          <a:p>
            <a:pPr eaLnBrk="1" hangingPunct="1">
              <a:lnSpc>
                <a:spcPct val="120000"/>
              </a:lnSpc>
              <a:buFont typeface="Wingdings" panose="05000000000000000000" pitchFamily="2" charset="2"/>
              <a:buChar char="n"/>
            </a:pPr>
            <a:r>
              <a:rPr lang="zh-CN" altLang="en-US" sz="2400" dirty="0">
                <a:latin typeface="宋体" panose="02010600030101010101" pitchFamily="2" charset="-122"/>
              </a:rPr>
              <a:t>接口</a:t>
            </a:r>
            <a:endParaRPr lang="zh-CN" altLang="en-US" sz="2400" dirty="0">
              <a:latin typeface="宋体" panose="02010600030101010101" pitchFamily="2" charset="-122"/>
            </a:endParaRPr>
          </a:p>
          <a:p>
            <a:pPr lvl="1" algn="just" eaLnBrk="1" hangingPunct="1">
              <a:lnSpc>
                <a:spcPct val="120000"/>
              </a:lnSpc>
              <a:spcBef>
                <a:spcPts val="60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向上：提供存储器接口，即系统缓冲区（由定长页面组成的逻辑线性地址空间）</a:t>
            </a:r>
            <a:endParaRPr lang="zh-CN" altLang="en-US" sz="2200" dirty="0">
              <a:latin typeface="宋体" panose="02010600030101010101" pitchFamily="2" charset="-122"/>
              <a:ea typeface="宋体" panose="02010600030101010101" pitchFamily="2" charset="-122"/>
            </a:endParaRPr>
          </a:p>
          <a:p>
            <a:pPr lvl="1" algn="just" eaLnBrk="1" hangingPunct="1">
              <a:lnSpc>
                <a:spcPct val="120000"/>
              </a:lnSpc>
              <a:spcBef>
                <a:spcPts val="600"/>
              </a:spcBef>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向下：以操作系统的存取原语为基础 </a:t>
            </a:r>
            <a:endParaRPr lang="zh-CN" altLang="en-US" sz="2200" dirty="0">
              <a:latin typeface="宋体" panose="02010600030101010101" pitchFamily="2" charset="-122"/>
              <a:ea typeface="宋体" panose="02010600030101010101" pitchFamily="2" charset="-122"/>
            </a:endParaRPr>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缓冲区管理（续）</a:t>
            </a:r>
            <a:endParaRPr lang="zh-CN" altLang="en-US" sz="3600" kern="0" dirty="0">
              <a:latin typeface="宋体" panose="02010600030101010101" pitchFamily="2" charset="-122"/>
              <a:ea typeface="宋体" panose="02010600030101010101" pitchFamily="2" charset="-122"/>
            </a:endParaRPr>
          </a:p>
        </p:txBody>
      </p:sp>
      <p:sp>
        <p:nvSpPr>
          <p:cNvPr id="8" name="矩形 7"/>
          <p:cNvSpPr/>
          <p:nvPr/>
        </p:nvSpPr>
        <p:spPr>
          <a:xfrm>
            <a:off x="839416" y="979812"/>
            <a:ext cx="4572000" cy="521970"/>
          </a:xfrm>
          <a:prstGeom prst="rect">
            <a:avLst/>
          </a:prstGeom>
        </p:spPr>
        <p:txBody>
          <a:bodyPr>
            <a:spAutoFit/>
          </a:bodyPr>
          <a:lstStyle/>
          <a:p>
            <a:pPr>
              <a:buSzPts val="2800"/>
              <a:buFont typeface="Wingdings" panose="05000000000000000000" pitchFamily="2" charset="2"/>
              <a:buChar char="v"/>
            </a:pPr>
            <a:r>
              <a:rPr lang="zh-CN" altLang="en-US" sz="2800" b="1" dirty="0">
                <a:solidFill>
                  <a:srgbClr val="000000"/>
                </a:solidFill>
                <a:latin typeface="宋体" panose="02010600030101010101" pitchFamily="2" charset="-122"/>
                <a:ea typeface="宋体" panose="02010600030101010101" pitchFamily="2" charset="-122"/>
              </a:rPr>
              <a:t>数据存储层概述</a:t>
            </a:r>
            <a:endParaRPr lang="zh-CN" altLang="en-US" sz="2800" b="1" dirty="0">
              <a:solidFill>
                <a:srgbClr val="000000"/>
              </a:solidFill>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7" name="Rectangle 3"/>
          <p:cNvSpPr>
            <a:spLocks noGrp="1" noChangeArrowheads="1"/>
          </p:cNvSpPr>
          <p:nvPr>
            <p:ph type="body" idx="1"/>
          </p:nvPr>
        </p:nvSpPr>
        <p:spPr>
          <a:xfrm>
            <a:off x="2294548" y="1608931"/>
            <a:ext cx="7810016" cy="3640137"/>
          </a:xfrm>
        </p:spPr>
        <p:txBody>
          <a:bodyPr/>
          <a:lstStyle/>
          <a:p>
            <a:pPr eaLnBrk="1" hangingPunct="1"/>
            <a:r>
              <a:rPr lang="zh-CN" altLang="en-US" dirty="0">
                <a:latin typeface="Times New Roman" panose="02020603050405020304" pitchFamily="18" charset="0"/>
              </a:rPr>
              <a:t>数据存储层概述</a:t>
            </a:r>
            <a:endParaRPr lang="zh-CN" altLang="en-US" dirty="0">
              <a:latin typeface="Times New Roman" panose="02020603050405020304" pitchFamily="18" charset="0"/>
            </a:endParaRPr>
          </a:p>
          <a:p>
            <a:pPr eaLnBrk="1" hangingPunct="1"/>
            <a:r>
              <a:rPr lang="zh-CN" altLang="en-US" dirty="0">
                <a:solidFill>
                  <a:srgbClr val="00B050"/>
                </a:solidFill>
                <a:latin typeface="Times New Roman" panose="02020603050405020304" pitchFamily="18" charset="0"/>
              </a:rPr>
              <a:t>缓冲区</a:t>
            </a:r>
            <a:endParaRPr lang="zh-CN" altLang="en-US" dirty="0">
              <a:solidFill>
                <a:srgbClr val="00B050"/>
              </a:solidFill>
              <a:latin typeface="Times New Roman" panose="02020603050405020304" pitchFamily="18" charset="0"/>
            </a:endParaRPr>
          </a:p>
          <a:p>
            <a:pPr eaLnBrk="1" hangingPunct="1"/>
            <a:r>
              <a:rPr lang="zh-CN" altLang="en-US" dirty="0">
                <a:latin typeface="Times New Roman" panose="02020603050405020304" pitchFamily="18" charset="0"/>
              </a:rPr>
              <a:t>外存管理 </a:t>
            </a:r>
            <a:endParaRPr lang="zh-CN" altLang="en-US" dirty="0">
              <a:latin typeface="Times New Roman" panose="02020603050405020304" pitchFamily="18" charset="0"/>
            </a:endParaRPr>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缓冲区管理（续）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395" name="Rectangle 3"/>
          <p:cNvSpPr>
            <a:spLocks noGrp="1" noChangeArrowheads="1"/>
          </p:cNvSpPr>
          <p:nvPr>
            <p:ph type="body" idx="1"/>
          </p:nvPr>
        </p:nvSpPr>
        <p:spPr>
          <a:xfrm>
            <a:off x="1847528" y="1340769"/>
            <a:ext cx="8496623" cy="3532858"/>
          </a:xfrm>
        </p:spPr>
        <p:txBody>
          <a:bodyPr/>
          <a:lstStyle/>
          <a:p>
            <a:pPr eaLnBrk="1" hangingPunct="1"/>
            <a:r>
              <a:rPr lang="zh-CN" altLang="en-US" dirty="0">
                <a:latin typeface="宋体" panose="02010600030101010101" pitchFamily="2" charset="-122"/>
              </a:rPr>
              <a:t>系统缓冲区设立的原因 </a:t>
            </a:r>
            <a:endParaRPr lang="zh-CN" altLang="en-US" dirty="0">
              <a:latin typeface="宋体" panose="02010600030101010101" pitchFamily="2" charset="-122"/>
            </a:endParaRPr>
          </a:p>
          <a:p>
            <a:pPr lvl="1" eaLnBrk="1" hangingPunct="1">
              <a:lnSpc>
                <a:spcPct val="150000"/>
              </a:lnSpc>
            </a:pPr>
            <a:r>
              <a:rPr lang="zh-CN" altLang="en-US" dirty="0">
                <a:latin typeface="宋体" panose="02010600030101010101" pitchFamily="2" charset="-122"/>
                <a:ea typeface="宋体" panose="02010600030101010101" pitchFamily="2" charset="-122"/>
              </a:rPr>
              <a:t>使得关系数据库管理系统具有设备独立性 </a:t>
            </a:r>
            <a:endParaRPr lang="zh-CN" altLang="en-US" dirty="0">
              <a:latin typeface="宋体" panose="02010600030101010101" pitchFamily="2" charset="-122"/>
              <a:ea typeface="宋体" panose="02010600030101010101" pitchFamily="2" charset="-122"/>
            </a:endParaRPr>
          </a:p>
          <a:p>
            <a:pPr lvl="2" algn="just" eaLnBrk="1" hangingPunct="1">
              <a:lnSpc>
                <a:spcPct val="150000"/>
              </a:lnSpc>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上层操作基于系统缓冲区</a:t>
            </a:r>
            <a:endParaRPr lang="zh-CN" altLang="en-US" sz="2200" dirty="0">
              <a:latin typeface="宋体" panose="02010600030101010101" pitchFamily="2" charset="-122"/>
              <a:ea typeface="宋体" panose="02010600030101010101" pitchFamily="2" charset="-122"/>
            </a:endParaRPr>
          </a:p>
          <a:p>
            <a:pPr lvl="2" eaLnBrk="1" hangingPunct="1">
              <a:lnSpc>
                <a:spcPct val="150000"/>
              </a:lnSpc>
              <a:buFont typeface="Wingdings" panose="05000000000000000000" pitchFamily="2" charset="2"/>
              <a:buChar char="l"/>
            </a:pPr>
            <a:r>
              <a:rPr lang="zh-CN" altLang="en-US" sz="2200" dirty="0">
                <a:latin typeface="宋体" panose="02010600030101010101" pitchFamily="2" charset="-122"/>
                <a:ea typeface="宋体" panose="02010600030101010101" pitchFamily="2" charset="-122"/>
              </a:rPr>
              <a:t>外存设备的变更不影响</a:t>
            </a:r>
            <a:r>
              <a:rPr lang="zh-CN" altLang="zh-CN" sz="2200" dirty="0">
                <a:latin typeface="宋体" panose="02010600030101010101" pitchFamily="2" charset="-122"/>
                <a:ea typeface="宋体" panose="02010600030101010101" pitchFamily="2" charset="-122"/>
              </a:rPr>
              <a:t>其他系统成分</a:t>
            </a:r>
            <a:endParaRPr lang="zh-CN" altLang="en-US" sz="2200" dirty="0">
              <a:latin typeface="宋体" panose="02010600030101010101" pitchFamily="2" charset="-122"/>
              <a:ea typeface="宋体" panose="02010600030101010101" pitchFamily="2" charset="-122"/>
            </a:endParaRPr>
          </a:p>
          <a:p>
            <a:pPr lvl="1" algn="just" eaLnBrk="1" hangingPunct="1">
              <a:lnSpc>
                <a:spcPct val="150000"/>
              </a:lnSpc>
            </a:pP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系统缓冲区设置在内存或虚存，可以提高存取效率</a:t>
            </a:r>
            <a:endParaRPr lang="zh-CN" altLang="en-US" dirty="0">
              <a:latin typeface="宋体" panose="02010600030101010101" pitchFamily="2" charset="-122"/>
              <a:ea typeface="宋体" panose="02010600030101010101" pitchFamily="2" charset="-122"/>
            </a:endParaRPr>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缓冲区管理（续）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395" name="Rectangle 3"/>
          <p:cNvSpPr>
            <a:spLocks noGrp="1" noChangeArrowheads="1"/>
          </p:cNvSpPr>
          <p:nvPr>
            <p:ph type="body" idx="1"/>
          </p:nvPr>
        </p:nvSpPr>
        <p:spPr>
          <a:xfrm>
            <a:off x="1559496" y="1124744"/>
            <a:ext cx="9577064" cy="5328592"/>
          </a:xfrm>
        </p:spPr>
        <p:txBody>
          <a:bodyPr/>
          <a:lstStyle/>
          <a:p>
            <a:pPr eaLnBrk="1" hangingPunct="1">
              <a:lnSpc>
                <a:spcPct val="130000"/>
              </a:lnSpc>
              <a:spcBef>
                <a:spcPts val="0"/>
              </a:spcBef>
            </a:pPr>
            <a:r>
              <a:rPr lang="zh-CN" altLang="zh-CN" kern="1050" dirty="0">
                <a:effectLst/>
                <a:latin typeface="宋体" panose="02010600030101010101" pitchFamily="2" charset="-122"/>
                <a:cs typeface="Times New Roman" panose="02020603050405020304" pitchFamily="18" charset="0"/>
              </a:rPr>
              <a:t>关系数据库管理系统利用系统缓冲区缓存数据</a:t>
            </a:r>
            <a:endParaRPr lang="en-US" altLang="zh-CN" kern="1050" dirty="0">
              <a:effectLst/>
              <a:latin typeface="宋体" panose="02010600030101010101" pitchFamily="2" charset="-122"/>
              <a:cs typeface="Times New Roman" panose="02020603050405020304" pitchFamily="18" charset="0"/>
            </a:endParaRPr>
          </a:p>
          <a:p>
            <a:pPr lvl="1" eaLnBrk="1" hangingPunct="1">
              <a:lnSpc>
                <a:spcPct val="130000"/>
              </a:lnSpc>
              <a:spcBef>
                <a:spcPts val="0"/>
              </a:spcBef>
            </a:pPr>
            <a:r>
              <a:rPr lang="zh-CN" altLang="en-US" kern="1050" dirty="0">
                <a:effectLst/>
                <a:latin typeface="宋体" panose="02010600030101010101" pitchFamily="2" charset="-122"/>
                <a:ea typeface="宋体" panose="02010600030101010101" pitchFamily="2" charset="-122"/>
                <a:cs typeface="Times New Roman" panose="02020603050405020304" pitchFamily="18" charset="0"/>
              </a:rPr>
              <a:t>读取时：</a:t>
            </a:r>
            <a:endParaRPr lang="en-US" altLang="zh-CN" kern="1050" dirty="0">
              <a:effectLst/>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30000"/>
              </a:lnSpc>
              <a:spcBef>
                <a:spcPts val="0"/>
              </a:spcBef>
              <a:buFont typeface="Wingdings" panose="05000000000000000000" pitchFamily="2" charset="2"/>
              <a:buChar char="l"/>
            </a:pPr>
            <a:r>
              <a:rPr lang="zh-CN" altLang="zh-CN" sz="2200" kern="1050" dirty="0">
                <a:effectLst/>
                <a:latin typeface="宋体" panose="02010600030101010101" pitchFamily="2" charset="-122"/>
                <a:ea typeface="宋体" panose="02010600030101010101" pitchFamily="2" charset="-122"/>
                <a:cs typeface="Times New Roman" panose="02020603050405020304" pitchFamily="18" charset="0"/>
              </a:rPr>
              <a:t>数据存储子系统首先到系统缓冲区中查找</a:t>
            </a:r>
            <a:endParaRPr lang="en-US" altLang="zh-CN" sz="2200" kern="1050" dirty="0">
              <a:effectLst/>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30000"/>
              </a:lnSpc>
              <a:spcBef>
                <a:spcPts val="0"/>
              </a:spcBef>
              <a:buFont typeface="Wingdings" panose="05000000000000000000" pitchFamily="2" charset="2"/>
              <a:buChar char="l"/>
            </a:pPr>
            <a:r>
              <a:rPr lang="zh-CN" altLang="zh-CN" sz="2200" kern="1050" dirty="0">
                <a:effectLst/>
                <a:latin typeface="宋体" panose="02010600030101010101" pitchFamily="2" charset="-122"/>
                <a:ea typeface="宋体" panose="02010600030101010101" pitchFamily="2" charset="-122"/>
                <a:cs typeface="Times New Roman" panose="02020603050405020304" pitchFamily="18" charset="0"/>
              </a:rPr>
              <a:t>当缓冲区中不存在该数据时才真正从外存读入该数据所在页面</a:t>
            </a:r>
            <a:endParaRPr lang="en-US" altLang="zh-CN" sz="2200" kern="1050" dirty="0">
              <a:effectLst/>
              <a:latin typeface="宋体" panose="02010600030101010101" pitchFamily="2" charset="-122"/>
              <a:ea typeface="宋体" panose="02010600030101010101" pitchFamily="2" charset="-122"/>
              <a:cs typeface="Times New Roman" panose="02020603050405020304" pitchFamily="18" charset="0"/>
            </a:endParaRPr>
          </a:p>
          <a:p>
            <a:pPr lvl="1" eaLnBrk="1" hangingPunct="1">
              <a:lnSpc>
                <a:spcPct val="130000"/>
              </a:lnSpc>
              <a:spcBef>
                <a:spcPts val="0"/>
              </a:spcBef>
            </a:pPr>
            <a:r>
              <a:rPr lang="zh-CN" altLang="en-US" kern="1050" dirty="0">
                <a:effectLst/>
                <a:latin typeface="宋体" panose="02010600030101010101" pitchFamily="2" charset="-122"/>
                <a:ea typeface="宋体" panose="02010600030101010101" pitchFamily="2" charset="-122"/>
                <a:cs typeface="Times New Roman" panose="02020603050405020304" pitchFamily="18" charset="0"/>
              </a:rPr>
              <a:t>写入时：</a:t>
            </a:r>
            <a:endParaRPr lang="en-US" altLang="zh-CN" kern="1050" dirty="0">
              <a:effectLst/>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30000"/>
              </a:lnSpc>
              <a:spcBef>
                <a:spcPts val="0"/>
              </a:spcBef>
              <a:buFont typeface="Wingdings" panose="05000000000000000000" pitchFamily="2" charset="2"/>
              <a:buChar char="l"/>
            </a:pPr>
            <a:r>
              <a:rPr lang="zh-CN" altLang="zh-CN" sz="2200" kern="1050" dirty="0">
                <a:latin typeface="宋体" panose="02010600030101010101" pitchFamily="2" charset="-122"/>
                <a:ea typeface="宋体" panose="02010600030101010101" pitchFamily="2" charset="-122"/>
                <a:cs typeface="Times New Roman" panose="02020603050405020304" pitchFamily="18" charset="0"/>
              </a:rPr>
              <a:t>存储子系统仅把该元组所在的缓冲区页面作一标志，表示可以释放。</a:t>
            </a:r>
            <a:endParaRPr lang="en-US" altLang="zh-CN" sz="2200" kern="1050" dirty="0">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30000"/>
              </a:lnSpc>
              <a:spcBef>
                <a:spcPts val="0"/>
              </a:spcBef>
              <a:buFont typeface="Wingdings" panose="05000000000000000000" pitchFamily="2" charset="2"/>
              <a:buChar char="l"/>
            </a:pPr>
            <a:r>
              <a:rPr lang="zh-CN" altLang="zh-CN" sz="2200" kern="1050" dirty="0">
                <a:latin typeface="宋体" panose="02010600030101010101" pitchFamily="2" charset="-122"/>
                <a:ea typeface="宋体" panose="02010600030101010101" pitchFamily="2" charset="-122"/>
                <a:cs typeface="Times New Roman" panose="02020603050405020304" pitchFamily="18" charset="0"/>
              </a:rPr>
              <a:t>只有当该用户事务结束或缓冲区已满，按淘汰策略把缓冲区中已有释放标志的页面写回外存</a:t>
            </a:r>
            <a:endParaRPr lang="zh-CN" altLang="zh-CN" sz="2200" kern="1050" dirty="0">
              <a:latin typeface="宋体" panose="02010600030101010101" pitchFamily="2" charset="-122"/>
              <a:ea typeface="宋体" panose="02010600030101010101" pitchFamily="2" charset="-122"/>
              <a:cs typeface="Times New Roman" panose="02020603050405020304" pitchFamily="18" charset="0"/>
            </a:endParaRPr>
          </a:p>
          <a:p>
            <a:pPr eaLnBrk="1" hangingPunct="1">
              <a:lnSpc>
                <a:spcPct val="130000"/>
              </a:lnSpc>
              <a:spcBef>
                <a:spcPts val="0"/>
              </a:spcBef>
            </a:pPr>
            <a:r>
              <a:rPr lang="zh-CN" altLang="zh-CN" kern="1050" dirty="0">
                <a:effectLst/>
                <a:latin typeface="宋体" panose="02010600030101010101" pitchFamily="2" charset="-122"/>
                <a:cs typeface="Times New Roman" panose="02020603050405020304" pitchFamily="18" charset="0"/>
              </a:rPr>
              <a:t>减少内外存交换的次数，提高存取效率</a:t>
            </a:r>
            <a:endParaRPr lang="zh-CN" altLang="en-US" dirty="0">
              <a:latin typeface="宋体" panose="02010600030101010101" pitchFamily="2" charset="-122"/>
            </a:endParaRPr>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缓冲区管理（续）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3" name="Rectangle 3"/>
          <p:cNvSpPr>
            <a:spLocks noGrp="1" noChangeArrowheads="1"/>
          </p:cNvSpPr>
          <p:nvPr>
            <p:ph type="body" idx="1"/>
          </p:nvPr>
        </p:nvSpPr>
        <p:spPr>
          <a:xfrm>
            <a:off x="1559496" y="1268761"/>
            <a:ext cx="10344571" cy="4144618"/>
          </a:xfrm>
        </p:spPr>
        <p:txBody>
          <a:bodyPr/>
          <a:lstStyle/>
          <a:p>
            <a:pPr eaLnBrk="1" hangingPunct="1">
              <a:lnSpc>
                <a:spcPct val="120000"/>
              </a:lnSpc>
            </a:pPr>
            <a:r>
              <a:rPr lang="zh-CN" altLang="en-US" dirty="0">
                <a:latin typeface="宋体" panose="02010600030101010101" pitchFamily="2" charset="-122"/>
              </a:rPr>
              <a:t>缓冲区大小设计</a:t>
            </a:r>
            <a:endParaRPr lang="zh-CN" altLang="en-US" dirty="0">
              <a:latin typeface="宋体" panose="02010600030101010101" pitchFamily="2" charset="-122"/>
            </a:endParaRPr>
          </a:p>
          <a:p>
            <a:pPr lvl="1" algn="just" eaLnBrk="1" hangingPunct="1">
              <a:lnSpc>
                <a:spcPct val="120000"/>
              </a:lnSpc>
            </a:pPr>
            <a:r>
              <a:rPr lang="zh-CN" altLang="en-US" dirty="0">
                <a:latin typeface="宋体" panose="02010600030101010101" pitchFamily="2" charset="-122"/>
                <a:ea typeface="宋体" panose="02010600030101010101" pitchFamily="2" charset="-122"/>
              </a:rPr>
              <a:t>太大： 占据内存空间</a:t>
            </a:r>
            <a:endParaRPr lang="zh-CN" altLang="en-US" dirty="0">
              <a:latin typeface="宋体" panose="02010600030101010101" pitchFamily="2" charset="-122"/>
              <a:ea typeface="宋体" panose="02010600030101010101" pitchFamily="2" charset="-122"/>
            </a:endParaRPr>
          </a:p>
          <a:p>
            <a:pPr lvl="1" eaLnBrk="1" hangingPunct="1">
              <a:lnSpc>
                <a:spcPct val="120000"/>
              </a:lnSpc>
            </a:pPr>
            <a:r>
              <a:rPr lang="zh-CN" altLang="en-US" dirty="0">
                <a:latin typeface="宋体" panose="02010600030101010101" pitchFamily="2" charset="-122"/>
                <a:ea typeface="宋体" panose="02010600030101010101" pitchFamily="2" charset="-122"/>
              </a:rPr>
              <a:t>太小： 频频缺页调页，造成“抖动”，影响效率 </a:t>
            </a:r>
            <a:endParaRPr lang="zh-CN" altLang="en-US" dirty="0">
              <a:latin typeface="宋体" panose="02010600030101010101" pitchFamily="2" charset="-122"/>
              <a:ea typeface="宋体" panose="02010600030101010101" pitchFamily="2" charset="-122"/>
            </a:endParaRPr>
          </a:p>
          <a:p>
            <a:pPr eaLnBrk="1" hangingPunct="1">
              <a:lnSpc>
                <a:spcPct val="120000"/>
              </a:lnSpc>
            </a:pPr>
            <a:r>
              <a:rPr lang="zh-CN" altLang="en-US" dirty="0">
                <a:latin typeface="宋体" panose="02010600030101010101" pitchFamily="2" charset="-122"/>
              </a:rPr>
              <a:t>缓冲区管理模块功能</a:t>
            </a:r>
            <a:endParaRPr lang="en-US" altLang="zh-CN" dirty="0">
              <a:latin typeface="宋体" panose="02010600030101010101" pitchFamily="2" charset="-122"/>
            </a:endParaRPr>
          </a:p>
          <a:p>
            <a:pPr lvl="1" eaLnBrk="1" hangingPunct="1">
              <a:lnSpc>
                <a:spcPct val="120000"/>
              </a:lnSpc>
            </a:pP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向上层提供的操作是缓冲区的读（</a:t>
            </a:r>
            <a:r>
              <a:rPr lang="en-US" altLang="zh-CN" kern="1050" dirty="0">
                <a:effectLst/>
                <a:latin typeface="Arial" panose="020B0604020202020204" pitchFamily="34" charset="0"/>
                <a:ea typeface="宋体" panose="02010600030101010101" pitchFamily="2" charset="-122"/>
                <a:cs typeface="Arial" panose="020B0604020202020204" pitchFamily="34" charset="0"/>
              </a:rPr>
              <a:t>READBUF</a:t>
            </a: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）、写（</a:t>
            </a:r>
            <a:r>
              <a:rPr lang="en-US" altLang="zh-CN" kern="1050" dirty="0">
                <a:effectLst/>
                <a:latin typeface="Arial" panose="020B0604020202020204" pitchFamily="34" charset="0"/>
                <a:ea typeface="宋体" panose="02010600030101010101" pitchFamily="2" charset="-122"/>
                <a:cs typeface="Arial" panose="020B0604020202020204" pitchFamily="34" charset="0"/>
              </a:rPr>
              <a:t>WRITEBUF</a:t>
            </a: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a:t>
            </a:r>
            <a:endParaRPr lang="en-US" altLang="zh-CN" kern="1050" dirty="0">
              <a:effectLst/>
              <a:latin typeface="宋体" panose="02010600030101010101" pitchFamily="2" charset="-122"/>
              <a:ea typeface="宋体" panose="02010600030101010101" pitchFamily="2" charset="-122"/>
              <a:cs typeface="Times New Roman" panose="02020603050405020304" pitchFamily="18" charset="0"/>
            </a:endParaRPr>
          </a:p>
          <a:p>
            <a:pPr lvl="1" eaLnBrk="1" hangingPunct="1">
              <a:lnSpc>
                <a:spcPct val="120000"/>
              </a:lnSpc>
            </a:pP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内部的管理操作有查找页、申请页、淘汰页。</a:t>
            </a:r>
            <a:endParaRPr lang="en-US" altLang="zh-CN" kern="1050" dirty="0">
              <a:effectLst/>
              <a:latin typeface="宋体" panose="02010600030101010101" pitchFamily="2" charset="-122"/>
              <a:ea typeface="宋体" panose="02010600030101010101" pitchFamily="2" charset="-122"/>
              <a:cs typeface="Times New Roman" panose="02020603050405020304" pitchFamily="18" charset="0"/>
            </a:endParaRPr>
          </a:p>
          <a:p>
            <a:pPr lvl="1" eaLnBrk="1" hangingPunct="1">
              <a:lnSpc>
                <a:spcPct val="120000"/>
              </a:lnSpc>
            </a:pP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调用操作系统的操作有读（</a:t>
            </a:r>
            <a:r>
              <a:rPr lang="en-US" altLang="zh-CN" kern="1050" dirty="0">
                <a:effectLst/>
                <a:latin typeface="Arial" panose="020B0604020202020204" pitchFamily="34" charset="0"/>
                <a:ea typeface="宋体" panose="02010600030101010101" pitchFamily="2" charset="-122"/>
                <a:cs typeface="Arial" panose="020B0604020202020204" pitchFamily="34" charset="0"/>
              </a:rPr>
              <a:t>READ</a:t>
            </a: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）、写（</a:t>
            </a:r>
            <a:r>
              <a:rPr lang="en-US" altLang="zh-CN" kern="1050" dirty="0">
                <a:effectLst/>
                <a:latin typeface="Arial" panose="020B0604020202020204" pitchFamily="34" charset="0"/>
                <a:ea typeface="宋体" panose="02010600030101010101" pitchFamily="2" charset="-122"/>
                <a:cs typeface="Arial" panose="020B0604020202020204" pitchFamily="34" charset="0"/>
              </a:rPr>
              <a:t>WRITE</a:t>
            </a: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a:t>
            </a:r>
            <a:endParaRPr lang="zh-CN" altLang="en-US" dirty="0">
              <a:latin typeface="宋体" panose="02010600030101010101" pitchFamily="2" charset="-122"/>
              <a:ea typeface="宋体" panose="02010600030101010101" pitchFamily="2" charset="-122"/>
            </a:endParaRPr>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缓冲区管理（续）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缓冲区管理（续）</a:t>
            </a:r>
            <a:endParaRPr lang="zh-CN" altLang="en-US" sz="3600" kern="0" dirty="0">
              <a:latin typeface="宋体" panose="02010600030101010101" pitchFamily="2" charset="-122"/>
              <a:ea typeface="宋体" panose="02010600030101010101" pitchFamily="2" charset="-122"/>
            </a:endParaRPr>
          </a:p>
        </p:txBody>
      </p:sp>
      <p:pic>
        <p:nvPicPr>
          <p:cNvPr id="2050" name="图片 10"/>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2932965" y="1181515"/>
            <a:ext cx="6326069" cy="403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文本框 5"/>
          <p:cNvSpPr txBox="1"/>
          <p:nvPr/>
        </p:nvSpPr>
        <p:spPr>
          <a:xfrm>
            <a:off x="3563777" y="5484899"/>
            <a:ext cx="4680520" cy="369332"/>
          </a:xfrm>
          <a:prstGeom prst="rect">
            <a:avLst/>
          </a:prstGeom>
          <a:noFill/>
        </p:spPr>
        <p:txBody>
          <a:bodyPr wrap="square">
            <a:spAutoFit/>
          </a:bodyPr>
          <a:lstStyle/>
          <a:p>
            <a:r>
              <a:rPr lang="zh-CN" altLang="zh-CN" b="1" kern="1050" dirty="0">
                <a:effectLst/>
                <a:latin typeface="Times New Roman" panose="02020603050405020304" pitchFamily="18" charset="0"/>
                <a:ea typeface="宋体" panose="02010600030101010101" pitchFamily="2" charset="-122"/>
                <a:cs typeface="Times New Roman" panose="02020603050405020304" pitchFamily="18" charset="0"/>
              </a:rPr>
              <a:t>数据库缓冲区及</a:t>
            </a:r>
            <a:r>
              <a:rPr lang="zh-CN" altLang="en-US" b="1" kern="1050" dirty="0">
                <a:latin typeface="Times New Roman" panose="02020603050405020304" pitchFamily="18" charset="0"/>
                <a:cs typeface="Times New Roman" panose="02020603050405020304" pitchFamily="18" charset="0"/>
              </a:rPr>
              <a:t>向</a:t>
            </a:r>
            <a:r>
              <a:rPr lang="zh-CN" altLang="zh-CN" b="1" kern="1050" dirty="0">
                <a:effectLst/>
                <a:latin typeface="Times New Roman" panose="02020603050405020304" pitchFamily="18" charset="0"/>
                <a:ea typeface="宋体" panose="02010600030101010101" pitchFamily="2" charset="-122"/>
                <a:cs typeface="Times New Roman" panose="02020603050405020304" pitchFamily="18" charset="0"/>
              </a:rPr>
              <a:t>上下</a:t>
            </a:r>
            <a:r>
              <a:rPr lang="zh-CN" altLang="en-US" b="1" kern="1050" dirty="0">
                <a:effectLst/>
                <a:latin typeface="Times New Roman" panose="02020603050405020304" pitchFamily="18" charset="0"/>
                <a:ea typeface="宋体" panose="02010600030101010101" pitchFamily="2" charset="-122"/>
                <a:cs typeface="Times New Roman" panose="02020603050405020304" pitchFamily="18" charset="0"/>
              </a:rPr>
              <a:t>层提供的操作示意图</a:t>
            </a:r>
            <a:endParaRPr lang="zh-CN" altLang="en-US" b="1" dirty="0"/>
          </a:p>
        </p:txBody>
      </p:sp>
    </p:spTree>
  </p:cSld>
  <p:clrMapOvr>
    <a:masterClrMapping/>
  </p:clrMapOvr>
  <p:transition spd="slow">
    <p:wipe dir="d"/>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缓冲区管理（续）</a:t>
            </a:r>
            <a:endParaRPr lang="zh-CN" altLang="en-US" sz="3600" kern="0" dirty="0">
              <a:latin typeface="宋体" panose="02010600030101010101" pitchFamily="2" charset="-122"/>
              <a:ea typeface="宋体" panose="02010600030101010101" pitchFamily="2" charset="-122"/>
            </a:endParaRPr>
          </a:p>
        </p:txBody>
      </p:sp>
      <p:pic>
        <p:nvPicPr>
          <p:cNvPr id="3074" name="图片 2"/>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7464152" y="1086234"/>
            <a:ext cx="2408585" cy="43858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文本框 7"/>
          <p:cNvSpPr txBox="1"/>
          <p:nvPr/>
        </p:nvSpPr>
        <p:spPr>
          <a:xfrm>
            <a:off x="7156276" y="5661248"/>
            <a:ext cx="3024336" cy="338554"/>
          </a:xfrm>
          <a:prstGeom prst="rect">
            <a:avLst/>
          </a:prstGeom>
          <a:noFill/>
        </p:spPr>
        <p:txBody>
          <a:bodyPr wrap="square">
            <a:spAutoFit/>
          </a:bodyPr>
          <a:lstStyle/>
          <a:p>
            <a:r>
              <a:rPr lang="zh-CN" altLang="zh-CN" sz="1600" b="1" kern="1050" dirty="0">
                <a:effectLst/>
                <a:latin typeface="Times New Roman" panose="02020603050405020304" pitchFamily="18" charset="0"/>
                <a:ea typeface="宋体" panose="02010600030101010101" pitchFamily="2" charset="-122"/>
                <a:cs typeface="Times New Roman" panose="02020603050405020304" pitchFamily="18" charset="0"/>
              </a:rPr>
              <a:t>缓冲区管理</a:t>
            </a:r>
            <a:r>
              <a:rPr lang="zh-CN" altLang="en-US" sz="1600" b="1" kern="1050" dirty="0">
                <a:effectLst/>
                <a:latin typeface="Times New Roman" panose="02020603050405020304" pitchFamily="18" charset="0"/>
                <a:ea typeface="宋体" panose="02010600030101010101" pitchFamily="2" charset="-122"/>
                <a:cs typeface="Times New Roman" panose="02020603050405020304" pitchFamily="18" charset="0"/>
              </a:rPr>
              <a:t>（读操作）</a:t>
            </a:r>
            <a:r>
              <a:rPr lang="zh-CN" altLang="zh-CN" sz="1600" b="1" kern="1050" dirty="0">
                <a:effectLst/>
                <a:latin typeface="Times New Roman" panose="02020603050405020304" pitchFamily="18" charset="0"/>
                <a:ea typeface="宋体" panose="02010600030101010101" pitchFamily="2" charset="-122"/>
                <a:cs typeface="Times New Roman" panose="02020603050405020304" pitchFamily="18" charset="0"/>
              </a:rPr>
              <a:t>示意图</a:t>
            </a:r>
            <a:endParaRPr lang="zh-CN" altLang="en-US" sz="1600" b="1" dirty="0"/>
          </a:p>
        </p:txBody>
      </p:sp>
      <p:sp>
        <p:nvSpPr>
          <p:cNvPr id="11" name="Rectangle 3"/>
          <p:cNvSpPr txBox="1">
            <a:spLocks noChangeArrowheads="1"/>
          </p:cNvSpPr>
          <p:nvPr/>
        </p:nvSpPr>
        <p:spPr>
          <a:xfrm>
            <a:off x="1979737" y="1086234"/>
            <a:ext cx="7848600" cy="4256087"/>
          </a:xfrm>
          <a:prstGeom prst="rect">
            <a:avLst/>
          </a:prstGeom>
        </p:spPr>
        <p:txBody>
          <a:bodyPr/>
          <a:lstStyle>
            <a:lvl1pPr marL="342900" indent="-342900" algn="l" rtl="0" eaLnBrk="0" fontAlgn="base" hangingPunct="0">
              <a:spcBef>
                <a:spcPts val="18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ts val="18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ts val="18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ts val="18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ts val="1800"/>
              </a:spcBef>
              <a:spcAft>
                <a:spcPct val="0"/>
              </a:spcAft>
              <a:buFont typeface="Arial" panose="020B0604020202020204" pitchFamily="34" charset="0"/>
              <a:buChar char="»"/>
              <a:defRPr sz="2000" b="1">
                <a:solidFill>
                  <a:schemeClr val="tx1"/>
                </a:solidFill>
                <a:latin typeface="+mn-lt"/>
                <a:ea typeface="+mn-ea"/>
              </a:defRPr>
            </a:lvl5pPr>
            <a:lvl6pPr marL="2514600" indent="-228600" algn="l" rtl="0" eaLnBrk="0" fontAlgn="base" hangingPunct="0">
              <a:spcBef>
                <a:spcPct val="20000"/>
              </a:spcBef>
              <a:spcAft>
                <a:spcPct val="0"/>
              </a:spcAft>
              <a:buFont typeface="Arial" panose="020B0604020202020204" pitchFamily="34" charset="0"/>
              <a:buChar char="»"/>
              <a:defRPr b="1">
                <a:solidFill>
                  <a:schemeClr val="tx1"/>
                </a:solidFill>
                <a:latin typeface="+mn-lt"/>
                <a:ea typeface="+mn-ea"/>
              </a:defRPr>
            </a:lvl6pPr>
            <a:lvl7pPr marL="2971800" indent="-228600" algn="l" rtl="0" eaLnBrk="0" fontAlgn="base" hangingPunct="0">
              <a:spcBef>
                <a:spcPct val="20000"/>
              </a:spcBef>
              <a:spcAft>
                <a:spcPct val="0"/>
              </a:spcAft>
              <a:buFont typeface="Arial" panose="020B0604020202020204" pitchFamily="34" charset="0"/>
              <a:buChar char="»"/>
              <a:defRPr b="1">
                <a:solidFill>
                  <a:schemeClr val="tx1"/>
                </a:solidFill>
                <a:latin typeface="+mn-lt"/>
                <a:ea typeface="+mn-ea"/>
              </a:defRPr>
            </a:lvl7pPr>
            <a:lvl8pPr marL="3429000" indent="-228600" algn="l" rtl="0" eaLnBrk="0" fontAlgn="base" hangingPunct="0">
              <a:spcBef>
                <a:spcPct val="20000"/>
              </a:spcBef>
              <a:spcAft>
                <a:spcPct val="0"/>
              </a:spcAft>
              <a:buFont typeface="Arial" panose="020B0604020202020204" pitchFamily="34" charset="0"/>
              <a:buChar char="»"/>
              <a:defRPr b="1">
                <a:solidFill>
                  <a:schemeClr val="tx1"/>
                </a:solidFill>
                <a:latin typeface="+mn-lt"/>
                <a:ea typeface="+mn-ea"/>
              </a:defRPr>
            </a:lvl8pPr>
            <a:lvl9pPr marL="3886200" indent="-228600" algn="l" rtl="0" eaLnBrk="0" fontAlgn="base" hangingPunct="0">
              <a:spcBef>
                <a:spcPct val="20000"/>
              </a:spcBef>
              <a:spcAft>
                <a:spcPct val="0"/>
              </a:spcAft>
              <a:buFont typeface="Arial" panose="020B0604020202020204" pitchFamily="34" charset="0"/>
              <a:buChar char="»"/>
              <a:defRPr b="1">
                <a:solidFill>
                  <a:schemeClr val="tx1"/>
                </a:solidFill>
                <a:latin typeface="+mn-lt"/>
                <a:ea typeface="+mn-ea"/>
              </a:defRPr>
            </a:lvl9pPr>
          </a:lstStyle>
          <a:p>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缓冲区管理</a:t>
            </a:r>
            <a:r>
              <a:rPr lang="zh-CN" altLang="en-US" kern="1050" dirty="0">
                <a:effectLst/>
                <a:latin typeface="宋体" panose="02010600030101010101" pitchFamily="2" charset="-122"/>
                <a:ea typeface="宋体" panose="02010600030101010101" pitchFamily="2" charset="-122"/>
                <a:cs typeface="Times New Roman" panose="02020603050405020304" pitchFamily="18" charset="0"/>
              </a:rPr>
              <a:t>（读操作）如右图</a:t>
            </a:r>
            <a:endParaRPr lang="en-US" altLang="zh-CN" kern="1050" dirty="0">
              <a:effectLst/>
              <a:latin typeface="宋体" panose="02010600030101010101" pitchFamily="2" charset="-122"/>
              <a:ea typeface="宋体" panose="02010600030101010101" pitchFamily="2" charset="-122"/>
              <a:cs typeface="Times New Roman" panose="02020603050405020304" pitchFamily="18" charset="0"/>
            </a:endParaRPr>
          </a:p>
          <a:p>
            <a:pPr eaLnBrk="1" hangingPunct="1">
              <a:spcBef>
                <a:spcPct val="80000"/>
              </a:spcBef>
            </a:pPr>
            <a:r>
              <a:rPr lang="zh-CN" altLang="en-US" kern="0" dirty="0">
                <a:latin typeface="宋体" panose="02010600030101010101" pitchFamily="2" charset="-122"/>
                <a:ea typeface="宋体" panose="02010600030101010101" pitchFamily="2" charset="-122"/>
              </a:rPr>
              <a:t>淘汰算法 </a:t>
            </a:r>
            <a:endParaRPr lang="zh-CN" altLang="en-US" kern="0" dirty="0">
              <a:latin typeface="宋体" panose="02010600030101010101" pitchFamily="2" charset="-122"/>
              <a:ea typeface="宋体" panose="02010600030101010101" pitchFamily="2" charset="-122"/>
            </a:endParaRPr>
          </a:p>
          <a:p>
            <a:pPr lvl="1" algn="just" eaLnBrk="1" hangingPunct="1">
              <a:spcBef>
                <a:spcPts val="600"/>
              </a:spcBef>
            </a:pPr>
            <a:r>
              <a:rPr lang="en-US" altLang="zh-CN" kern="0" dirty="0">
                <a:latin typeface="Arial" panose="020B0604020202020204" pitchFamily="34" charset="0"/>
                <a:ea typeface="宋体" panose="02010600030101010101" pitchFamily="2" charset="-122"/>
                <a:cs typeface="Arial" panose="020B0604020202020204" pitchFamily="34" charset="0"/>
              </a:rPr>
              <a:t>FIFO</a:t>
            </a:r>
            <a:r>
              <a:rPr lang="zh-CN" altLang="en-US" kern="0" dirty="0">
                <a:latin typeface="宋体" panose="02010600030101010101" pitchFamily="2" charset="-122"/>
                <a:ea typeface="宋体" panose="02010600030101010101" pitchFamily="2" charset="-122"/>
              </a:rPr>
              <a:t>法</a:t>
            </a:r>
            <a:endParaRPr lang="zh-CN" altLang="en-US" kern="0" dirty="0">
              <a:latin typeface="宋体" panose="02010600030101010101" pitchFamily="2" charset="-122"/>
              <a:ea typeface="宋体" panose="02010600030101010101" pitchFamily="2" charset="-122"/>
            </a:endParaRPr>
          </a:p>
          <a:p>
            <a:pPr lvl="1" algn="just" eaLnBrk="1" hangingPunct="1">
              <a:spcBef>
                <a:spcPts val="600"/>
              </a:spcBef>
            </a:pPr>
            <a:r>
              <a:rPr lang="en-US" altLang="zh-CN" kern="0" dirty="0">
                <a:latin typeface="Arial" panose="020B0604020202020204" pitchFamily="34" charset="0"/>
                <a:ea typeface="宋体" panose="02010600030101010101" pitchFamily="2" charset="-122"/>
                <a:cs typeface="Arial" panose="020B0604020202020204" pitchFamily="34" charset="0"/>
              </a:rPr>
              <a:t>LRU</a:t>
            </a:r>
            <a:r>
              <a:rPr lang="zh-CN" altLang="en-US" kern="0" dirty="0">
                <a:latin typeface="宋体" panose="02010600030101010101" pitchFamily="2" charset="-122"/>
                <a:ea typeface="宋体" panose="02010600030101010101" pitchFamily="2" charset="-122"/>
              </a:rPr>
              <a:t>法</a:t>
            </a:r>
            <a:endParaRPr lang="en-US" altLang="zh-CN" sz="2400" kern="0" dirty="0">
              <a:latin typeface="宋体" panose="02010600030101010101" pitchFamily="2" charset="-122"/>
              <a:ea typeface="宋体" panose="02010600030101010101" pitchFamily="2" charset="-122"/>
            </a:endParaRPr>
          </a:p>
          <a:p>
            <a:pPr eaLnBrk="1" hangingPunct="1"/>
            <a:r>
              <a:rPr lang="zh-CN" altLang="en-US" kern="0" dirty="0">
                <a:latin typeface="宋体" panose="02010600030101010101" pitchFamily="2" charset="-122"/>
                <a:ea typeface="宋体" panose="02010600030101010101" pitchFamily="2" charset="-122"/>
              </a:rPr>
              <a:t>缓冲区查找算法 </a:t>
            </a:r>
            <a:endParaRPr lang="zh-CN" altLang="en-US" kern="0" dirty="0">
              <a:latin typeface="宋体" panose="02010600030101010101" pitchFamily="2" charset="-122"/>
              <a:ea typeface="宋体" panose="02010600030101010101" pitchFamily="2" charset="-122"/>
            </a:endParaRPr>
          </a:p>
          <a:p>
            <a:pPr lvl="1" algn="just" eaLnBrk="1" hangingPunct="1">
              <a:spcBef>
                <a:spcPts val="600"/>
              </a:spcBef>
            </a:pPr>
            <a:r>
              <a:rPr lang="zh-CN" altLang="en-US" kern="0" dirty="0">
                <a:latin typeface="宋体" panose="02010600030101010101" pitchFamily="2" charset="-122"/>
                <a:ea typeface="宋体" panose="02010600030101010101" pitchFamily="2" charset="-122"/>
              </a:rPr>
              <a:t>顺序扫描算法</a:t>
            </a:r>
            <a:endParaRPr lang="zh-CN" altLang="en-US" kern="0" dirty="0">
              <a:latin typeface="宋体" panose="02010600030101010101" pitchFamily="2" charset="-122"/>
              <a:ea typeface="宋体" panose="02010600030101010101" pitchFamily="2" charset="-122"/>
            </a:endParaRPr>
          </a:p>
          <a:p>
            <a:pPr lvl="1" eaLnBrk="1" hangingPunct="1">
              <a:spcBef>
                <a:spcPts val="600"/>
              </a:spcBef>
            </a:pPr>
            <a:r>
              <a:rPr lang="zh-CN" altLang="en-US" kern="0" dirty="0">
                <a:latin typeface="宋体" panose="02010600030101010101" pitchFamily="2" charset="-122"/>
                <a:ea typeface="宋体" panose="02010600030101010101" pitchFamily="2" charset="-122"/>
              </a:rPr>
              <a:t>折半查找算法 </a:t>
            </a:r>
            <a:endParaRPr lang="zh-CN" altLang="en-US" kern="0" dirty="0">
              <a:latin typeface="宋体" panose="02010600030101010101" pitchFamily="2" charset="-122"/>
              <a:ea typeface="宋体" panose="02010600030101010101" pitchFamily="2" charset="-122"/>
            </a:endParaRPr>
          </a:p>
          <a:p>
            <a:pPr lvl="1" eaLnBrk="1" hangingPunct="1">
              <a:spcBef>
                <a:spcPts val="600"/>
              </a:spcBef>
            </a:pPr>
            <a:r>
              <a:rPr lang="zh-CN" altLang="en-US" kern="0" dirty="0">
                <a:latin typeface="Arial" panose="020B0604020202020204" pitchFamily="34" charset="0"/>
                <a:ea typeface="宋体" panose="02010600030101010101" pitchFamily="2" charset="-122"/>
                <a:cs typeface="Arial" panose="020B0604020202020204" pitchFamily="34" charset="0"/>
              </a:rPr>
              <a:t>哈希</a:t>
            </a:r>
            <a:r>
              <a:rPr lang="zh-CN" altLang="en-US" kern="0" dirty="0">
                <a:latin typeface="宋体" panose="02010600030101010101" pitchFamily="2" charset="-122"/>
                <a:ea typeface="宋体" panose="02010600030101010101" pitchFamily="2" charset="-122"/>
              </a:rPr>
              <a:t>查找算法 </a:t>
            </a:r>
            <a:endParaRPr lang="zh-CN" altLang="en-US" kern="0" dirty="0">
              <a:latin typeface="宋体" panose="02010600030101010101" pitchFamily="2" charset="-122"/>
              <a:ea typeface="宋体" panose="02010600030101010101" pitchFamily="2" charset="-122"/>
            </a:endParaRPr>
          </a:p>
          <a:p>
            <a:pPr eaLnBrk="1" hangingPunct="1">
              <a:spcBef>
                <a:spcPct val="80000"/>
              </a:spcBef>
            </a:pPr>
            <a:endParaRPr lang="zh-CN" altLang="en-US" sz="20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7" name="Rectangle 3"/>
          <p:cNvSpPr>
            <a:spLocks noGrp="1" noChangeArrowheads="1"/>
          </p:cNvSpPr>
          <p:nvPr>
            <p:ph type="body" idx="1"/>
          </p:nvPr>
        </p:nvSpPr>
        <p:spPr>
          <a:xfrm>
            <a:off x="2135560" y="1805090"/>
            <a:ext cx="8208591" cy="3640137"/>
          </a:xfrm>
        </p:spPr>
        <p:txBody>
          <a:bodyPr/>
          <a:lstStyle/>
          <a:p>
            <a:pPr eaLnBrk="1" hangingPunct="1"/>
            <a:r>
              <a:rPr lang="zh-CN" altLang="en-US" dirty="0">
                <a:latin typeface="Times New Roman" panose="02020603050405020304" pitchFamily="18" charset="0"/>
              </a:rPr>
              <a:t>数据存储层概述</a:t>
            </a:r>
            <a:endParaRPr lang="zh-CN" altLang="en-US" dirty="0">
              <a:latin typeface="Times New Roman" panose="02020603050405020304" pitchFamily="18" charset="0"/>
            </a:endParaRPr>
          </a:p>
          <a:p>
            <a:pPr eaLnBrk="1" hangingPunct="1"/>
            <a:r>
              <a:rPr lang="zh-CN" altLang="en-US" dirty="0">
                <a:latin typeface="Times New Roman" panose="02020603050405020304" pitchFamily="18" charset="0"/>
              </a:rPr>
              <a:t>缓冲区</a:t>
            </a:r>
            <a:endParaRPr lang="zh-CN" altLang="en-US" dirty="0">
              <a:latin typeface="Times New Roman" panose="02020603050405020304" pitchFamily="18" charset="0"/>
            </a:endParaRPr>
          </a:p>
          <a:p>
            <a:pPr eaLnBrk="1" hangingPunct="1"/>
            <a:r>
              <a:rPr lang="zh-CN" altLang="en-US" dirty="0">
                <a:solidFill>
                  <a:srgbClr val="00B050"/>
                </a:solidFill>
                <a:latin typeface="Times New Roman" panose="02020603050405020304" pitchFamily="18" charset="0"/>
              </a:rPr>
              <a:t>外存管理 </a:t>
            </a:r>
            <a:endParaRPr lang="zh-CN" altLang="en-US" dirty="0">
              <a:solidFill>
                <a:srgbClr val="00B050"/>
              </a:solidFill>
              <a:latin typeface="Times New Roman" panose="02020603050405020304" pitchFamily="18" charset="0"/>
            </a:endParaRPr>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缓冲区管理（续）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83" name="Rectangle 3"/>
          <p:cNvSpPr>
            <a:spLocks noGrp="1" noChangeArrowheads="1"/>
          </p:cNvSpPr>
          <p:nvPr>
            <p:ph type="body" idx="1"/>
          </p:nvPr>
        </p:nvSpPr>
        <p:spPr>
          <a:xfrm>
            <a:off x="2171700" y="1503032"/>
            <a:ext cx="7848600" cy="3143251"/>
          </a:xfrm>
        </p:spPr>
        <p:txBody>
          <a:bodyPr/>
          <a:lstStyle/>
          <a:p>
            <a:pPr lvl="1" eaLnBrk="1" hangingPunct="1">
              <a:lnSpc>
                <a:spcPct val="200000"/>
              </a:lnSpc>
            </a:pPr>
            <a:r>
              <a:rPr lang="zh-CN" altLang="en-US" dirty="0">
                <a:latin typeface="宋体" panose="02010600030101010101" pitchFamily="2" charset="-122"/>
              </a:rPr>
              <a:t>两类实现方法</a:t>
            </a:r>
            <a:endParaRPr lang="zh-CN" altLang="en-US" dirty="0"/>
          </a:p>
          <a:p>
            <a:pPr lvl="2" algn="just" eaLnBrk="1" hangingPunct="1">
              <a:lnSpc>
                <a:spcPct val="200000"/>
              </a:lnSpc>
              <a:spcBef>
                <a:spcPts val="600"/>
              </a:spcBef>
              <a:buFont typeface="Wingdings" panose="05000000000000000000" pitchFamily="2" charset="2"/>
              <a:buChar char="l"/>
            </a:pPr>
            <a:r>
              <a:rPr lang="zh-CN" altLang="en-US" sz="2200" dirty="0">
                <a:latin typeface="Times New Roman" panose="02020603050405020304" pitchFamily="18" charset="0"/>
              </a:rPr>
              <a:t>交操作系统管理</a:t>
            </a:r>
            <a:endParaRPr lang="zh-CN" altLang="en-US" sz="2200" dirty="0"/>
          </a:p>
          <a:p>
            <a:pPr lvl="2" algn="just" eaLnBrk="1" hangingPunct="1">
              <a:lnSpc>
                <a:spcPct val="200000"/>
              </a:lnSpc>
              <a:spcBef>
                <a:spcPts val="600"/>
              </a:spcBef>
              <a:buFont typeface="Wingdings" panose="05000000000000000000" pitchFamily="2" charset="2"/>
              <a:buChar char="l"/>
            </a:pPr>
            <a:r>
              <a:rPr lang="zh-CN" altLang="en-US" sz="2200" dirty="0">
                <a:latin typeface="宋体" panose="02010600030101010101" pitchFamily="2" charset="-122"/>
              </a:rPr>
              <a:t>数据库管理系统自行管理</a:t>
            </a:r>
            <a:r>
              <a:rPr lang="zh-CN" altLang="en-US" sz="2200" dirty="0"/>
              <a:t> </a:t>
            </a:r>
            <a:endParaRPr lang="zh-CN" altLang="en-US" sz="2200" dirty="0"/>
          </a:p>
        </p:txBody>
      </p:sp>
      <p:sp>
        <p:nvSpPr>
          <p:cNvPr id="6" name="矩形 5"/>
          <p:cNvSpPr/>
          <p:nvPr/>
        </p:nvSpPr>
        <p:spPr>
          <a:xfrm>
            <a:off x="1873852" y="979812"/>
            <a:ext cx="4572000" cy="521970"/>
          </a:xfrm>
          <a:prstGeom prst="rect">
            <a:avLst/>
          </a:prstGeom>
        </p:spPr>
        <p:txBody>
          <a:bodyPr>
            <a:spAutoFit/>
          </a:bodyPr>
          <a:lstStyle/>
          <a:p>
            <a:pPr>
              <a:buSzPts val="2800"/>
              <a:buFont typeface="Wingdings" panose="05000000000000000000" pitchFamily="2" charset="2"/>
              <a:buChar char="v"/>
            </a:pPr>
            <a:r>
              <a:rPr lang="zh-CN" altLang="en-US" sz="2800" b="1" dirty="0">
                <a:solidFill>
                  <a:srgbClr val="000000"/>
                </a:solidFill>
                <a:latin typeface="宋体" panose="02010600030101010101" pitchFamily="2" charset="-122"/>
                <a:ea typeface="宋体" panose="02010600030101010101" pitchFamily="2" charset="-122"/>
              </a:rPr>
              <a:t>外存管理</a:t>
            </a:r>
            <a:endParaRPr lang="zh-CN" altLang="en-US" sz="2800" b="1" dirty="0">
              <a:solidFill>
                <a:srgbClr val="000000"/>
              </a:solidFill>
              <a:latin typeface="宋体" panose="02010600030101010101" pitchFamily="2" charset="-122"/>
              <a:ea typeface="宋体" panose="02010600030101010101" pitchFamily="2" charset="-122"/>
            </a:endParaRPr>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en-US" altLang="zh-CN" sz="3600" kern="0" dirty="0">
                <a:latin typeface="宋体" panose="02010600030101010101" pitchFamily="2" charset="-122"/>
                <a:ea typeface="宋体" panose="02010600030101010101" pitchFamily="2" charset="-122"/>
              </a:rPr>
              <a:t> </a:t>
            </a:r>
            <a:r>
              <a:rPr lang="zh-CN" altLang="en-US" sz="3600" kern="0" dirty="0">
                <a:latin typeface="宋体" panose="02010600030101010101" pitchFamily="2" charset="-122"/>
                <a:ea typeface="宋体" panose="02010600030101010101" pitchFamily="2" charset="-122"/>
              </a:rPr>
              <a:t>缓冲区管理（续）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775520" y="23811"/>
            <a:ext cx="8401051" cy="852488"/>
          </a:xfrm>
        </p:spPr>
        <p:txBody>
          <a:bodyPr/>
          <a:lstStyle/>
          <a:p>
            <a:pPr eaLnBrk="1" hangingPunct="1"/>
            <a:r>
              <a:rPr lang="zh-CN" altLang="zh-CN" sz="3600" dirty="0"/>
              <a:t>第</a:t>
            </a:r>
            <a:r>
              <a:rPr lang="en-US" altLang="zh-CN" sz="3600" dirty="0"/>
              <a:t>13</a:t>
            </a:r>
            <a:r>
              <a:rPr lang="zh-CN" altLang="zh-CN" sz="3600" dirty="0"/>
              <a:t>章  </a:t>
            </a:r>
            <a:r>
              <a:rPr lang="zh-CN" altLang="en-US" sz="3600" dirty="0"/>
              <a:t>数据库管理系统概述</a:t>
            </a:r>
            <a:endParaRPr lang="zh-CN" altLang="en-US" sz="3600" dirty="0"/>
          </a:p>
        </p:txBody>
      </p:sp>
      <p:sp>
        <p:nvSpPr>
          <p:cNvPr id="9219" name="Rectangle 3"/>
          <p:cNvSpPr>
            <a:spLocks noGrp="1" noChangeArrowheads="1"/>
          </p:cNvSpPr>
          <p:nvPr>
            <p:ph type="body" idx="1"/>
          </p:nvPr>
        </p:nvSpPr>
        <p:spPr>
          <a:xfrm>
            <a:off x="2195513" y="1316766"/>
            <a:ext cx="7056139" cy="4225124"/>
          </a:xfrm>
        </p:spPr>
        <p:txBody>
          <a:bodyPr>
            <a:normAutofit lnSpcReduction="10000"/>
          </a:bodyPr>
          <a:lstStyle/>
          <a:p>
            <a:pPr marL="342900" lvl="1" indent="-342900" algn="just" eaLnBrk="1" hangingPunct="1">
              <a:lnSpc>
                <a:spcPct val="130000"/>
              </a:lnSpc>
              <a:spcBef>
                <a:spcPct val="20000"/>
              </a:spcBef>
              <a:buNone/>
              <a:defRPr/>
            </a:pPr>
            <a:r>
              <a:rPr lang="en-US" altLang="zh-CN" sz="2800" dirty="0">
                <a:cs typeface="+mn-cs"/>
              </a:rPr>
              <a:t>13.1</a:t>
            </a:r>
            <a:r>
              <a:rPr lang="zh-CN" altLang="en-US" sz="2800" dirty="0">
                <a:cs typeface="+mn-cs"/>
              </a:rPr>
              <a:t> 数据库管理系统的基本功能</a:t>
            </a:r>
            <a:endParaRPr lang="zh-CN" altLang="en-US" sz="2800" dirty="0">
              <a:cs typeface="+mn-cs"/>
            </a:endParaRPr>
          </a:p>
          <a:p>
            <a:pPr marL="342900" lvl="1" indent="-342900" algn="just" eaLnBrk="1" hangingPunct="1">
              <a:lnSpc>
                <a:spcPct val="130000"/>
              </a:lnSpc>
              <a:spcBef>
                <a:spcPct val="20000"/>
              </a:spcBef>
              <a:buNone/>
              <a:defRPr/>
            </a:pPr>
            <a:r>
              <a:rPr lang="en-US" altLang="zh-CN" sz="2800" dirty="0">
                <a:cs typeface="+mn-cs"/>
              </a:rPr>
              <a:t>13.2</a:t>
            </a:r>
            <a:r>
              <a:rPr lang="zh-CN" altLang="en-US" sz="2800" dirty="0">
                <a:cs typeface="+mn-cs"/>
              </a:rPr>
              <a:t> 数据库管理系统的系统结构</a:t>
            </a:r>
            <a:endParaRPr lang="zh-CN" altLang="en-US" sz="2800" dirty="0">
              <a:cs typeface="+mn-cs"/>
            </a:endParaRPr>
          </a:p>
          <a:p>
            <a:pPr marL="342900" lvl="1" indent="-342900" algn="just" eaLnBrk="1" hangingPunct="1">
              <a:lnSpc>
                <a:spcPct val="130000"/>
              </a:lnSpc>
              <a:spcBef>
                <a:spcPct val="20000"/>
              </a:spcBef>
              <a:buNone/>
              <a:defRPr/>
            </a:pPr>
            <a:r>
              <a:rPr lang="en-US" altLang="zh-CN" sz="2800" dirty="0">
                <a:cs typeface="+mn-cs"/>
              </a:rPr>
              <a:t>13.3</a:t>
            </a:r>
            <a:r>
              <a:rPr lang="zh-CN" altLang="en-US" sz="2800" dirty="0">
                <a:cs typeface="+mn-cs"/>
              </a:rPr>
              <a:t> 语言处理层</a:t>
            </a:r>
            <a:endParaRPr lang="en-US" altLang="zh-CN" sz="2800" dirty="0">
              <a:cs typeface="+mn-cs"/>
            </a:endParaRPr>
          </a:p>
          <a:p>
            <a:pPr marL="342900" lvl="1" indent="-342900" algn="just" eaLnBrk="1" hangingPunct="1">
              <a:lnSpc>
                <a:spcPct val="130000"/>
              </a:lnSpc>
              <a:spcBef>
                <a:spcPct val="20000"/>
              </a:spcBef>
              <a:buNone/>
              <a:defRPr/>
            </a:pPr>
            <a:r>
              <a:rPr lang="en-US" altLang="zh-CN" sz="2800" dirty="0">
                <a:cs typeface="+mn-cs"/>
              </a:rPr>
              <a:t>13.4</a:t>
            </a:r>
            <a:r>
              <a:rPr lang="zh-CN" altLang="en-US" sz="2800" dirty="0">
                <a:cs typeface="+mn-cs"/>
              </a:rPr>
              <a:t> 数据存取层</a:t>
            </a:r>
            <a:endParaRPr lang="en-US" altLang="zh-CN" sz="2800" dirty="0">
              <a:cs typeface="+mn-cs"/>
            </a:endParaRPr>
          </a:p>
          <a:p>
            <a:pPr marL="342900" lvl="1" indent="-342900" algn="just" eaLnBrk="1" hangingPunct="1">
              <a:lnSpc>
                <a:spcPct val="130000"/>
              </a:lnSpc>
              <a:spcBef>
                <a:spcPct val="20000"/>
              </a:spcBef>
              <a:buNone/>
              <a:defRPr/>
            </a:pPr>
            <a:r>
              <a:rPr lang="en-US" altLang="zh-CN" sz="2800" dirty="0">
                <a:latin typeface="Arial" panose="020B0604020202020204" pitchFamily="34" charset="0"/>
                <a:ea typeface="宋体" panose="02010600030101010101" pitchFamily="2" charset="-122"/>
              </a:rPr>
              <a:t>13.5</a:t>
            </a:r>
            <a:r>
              <a:rPr lang="zh-CN" altLang="en-US" sz="2800" dirty="0">
                <a:cs typeface="+mn-cs"/>
              </a:rPr>
              <a:t> 缓冲区管理</a:t>
            </a:r>
            <a:endParaRPr lang="en-US" altLang="zh-CN" sz="2800" dirty="0">
              <a:cs typeface="+mn-cs"/>
            </a:endParaRPr>
          </a:p>
          <a:p>
            <a:pPr marL="342900" lvl="1" indent="-342900" algn="just" eaLnBrk="1" hangingPunct="1">
              <a:lnSpc>
                <a:spcPct val="130000"/>
              </a:lnSpc>
              <a:spcBef>
                <a:spcPct val="20000"/>
              </a:spcBef>
              <a:buNone/>
              <a:defRPr/>
            </a:pPr>
            <a:r>
              <a:rPr lang="en-US" altLang="zh-CN" sz="2800" dirty="0">
                <a:solidFill>
                  <a:srgbClr val="0066FF"/>
                </a:solidFill>
                <a:cs typeface="+mn-cs"/>
              </a:rPr>
              <a:t>13.6</a:t>
            </a:r>
            <a:r>
              <a:rPr lang="zh-CN" altLang="en-US" sz="2800" dirty="0">
                <a:solidFill>
                  <a:srgbClr val="0066FF"/>
                </a:solidFill>
                <a:cs typeface="+mn-cs"/>
              </a:rPr>
              <a:t> 数据库的物理组织</a:t>
            </a:r>
            <a:endParaRPr lang="en-US" altLang="zh-CN" sz="2800" dirty="0">
              <a:solidFill>
                <a:srgbClr val="0066FF"/>
              </a:solidFill>
              <a:cs typeface="+mn-cs"/>
            </a:endParaRPr>
          </a:p>
          <a:p>
            <a:pPr marL="342900" lvl="1" indent="-342900" algn="just" eaLnBrk="1" hangingPunct="1">
              <a:lnSpc>
                <a:spcPct val="130000"/>
              </a:lnSpc>
              <a:spcBef>
                <a:spcPct val="20000"/>
              </a:spcBef>
              <a:buNone/>
              <a:defRPr/>
            </a:pPr>
            <a:r>
              <a:rPr lang="zh-CN" altLang="en-US" sz="2800" dirty="0">
                <a:latin typeface="Arial" panose="020B0604020202020204" pitchFamily="34" charset="0"/>
                <a:ea typeface="宋体" panose="02010600030101010101" pitchFamily="2" charset="-122"/>
              </a:rPr>
              <a:t>本章小结</a:t>
            </a:r>
            <a:endParaRPr lang="en-US" altLang="zh-CN" sz="2800" dirty="0">
              <a:latin typeface="Arial" panose="020B0604020202020204" pitchFamily="34" charset="0"/>
              <a:ea typeface="宋体" panose="02010600030101010101" pitchFamily="2" charset="-122"/>
            </a:endParaRPr>
          </a:p>
          <a:p>
            <a:pPr marL="342900" lvl="1" indent="-342900" algn="just" eaLnBrk="1" hangingPunct="1">
              <a:lnSpc>
                <a:spcPct val="130000"/>
              </a:lnSpc>
              <a:spcBef>
                <a:spcPct val="20000"/>
              </a:spcBef>
              <a:buNone/>
              <a:defRPr/>
            </a:pPr>
            <a:endParaRPr lang="en-US" altLang="zh-CN" sz="2800" dirty="0">
              <a:solidFill>
                <a:srgbClr val="0066FF"/>
              </a:solidFill>
              <a:cs typeface="+mn-cs"/>
            </a:endParaRPr>
          </a:p>
          <a:p>
            <a:pPr marL="0" indent="0" algn="just" eaLnBrk="1" hangingPunct="1">
              <a:buNone/>
            </a:pPr>
            <a:endParaRPr lang="zh-CN" altLang="en-US" dirty="0">
              <a:latin typeface="+mn-ea"/>
            </a:endParaRPr>
          </a:p>
          <a:p>
            <a:pPr marL="0" indent="0" algn="just" eaLnBrk="1" hangingPunct="1">
              <a:buNone/>
            </a:pPr>
            <a:endParaRPr lang="zh-CN" altLang="en-US" dirty="0">
              <a:latin typeface="+mn-ea"/>
            </a:endParaRPr>
          </a:p>
        </p:txBody>
      </p:sp>
    </p:spTree>
  </p:cSld>
  <p:clrMapOvr>
    <a:masterClrMapping/>
  </p:clrMapOvr>
  <p:transition spd="slow">
    <p:wipe dir="d"/>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827" name="Rectangle 3"/>
          <p:cNvSpPr>
            <a:spLocks noGrp="1" noChangeArrowheads="1"/>
          </p:cNvSpPr>
          <p:nvPr>
            <p:ph type="body" idx="1"/>
          </p:nvPr>
        </p:nvSpPr>
        <p:spPr>
          <a:xfrm>
            <a:off x="1901826" y="1268760"/>
            <a:ext cx="8229600" cy="5040560"/>
          </a:xfrm>
        </p:spPr>
        <p:txBody>
          <a:bodyPr/>
          <a:lstStyle/>
          <a:p>
            <a:pPr eaLnBrk="1" hangingPunct="1"/>
            <a:r>
              <a:rPr lang="zh-CN" altLang="en-US" dirty="0">
                <a:latin typeface="宋体" panose="02010600030101010101" pitchFamily="2" charset="-122"/>
              </a:rPr>
              <a:t>数据库中存储的数据</a:t>
            </a:r>
            <a:endParaRPr lang="zh-CN" altLang="en-US" dirty="0">
              <a:latin typeface="宋体" panose="02010600030101010101" pitchFamily="2" charset="-122"/>
            </a:endParaRPr>
          </a:p>
          <a:p>
            <a:pPr lvl="1" algn="just" eaLnBrk="1" hangingPunct="1">
              <a:spcBef>
                <a:spcPts val="600"/>
              </a:spcBef>
            </a:pPr>
            <a:r>
              <a:rPr lang="zh-CN" altLang="en-US" dirty="0">
                <a:latin typeface="宋体" panose="02010600030101010101" pitchFamily="2" charset="-122"/>
                <a:ea typeface="宋体" panose="02010600030101010101" pitchFamily="2" charset="-122"/>
              </a:rPr>
              <a:t>数据描述，即数据外模式、模式、内模式。</a:t>
            </a:r>
            <a:endParaRPr lang="zh-CN" altLang="en-US" dirty="0">
              <a:latin typeface="宋体" panose="02010600030101010101" pitchFamily="2" charset="-122"/>
              <a:ea typeface="宋体" panose="02010600030101010101" pitchFamily="2" charset="-122"/>
            </a:endParaRPr>
          </a:p>
          <a:p>
            <a:pPr lvl="1" algn="just" eaLnBrk="1" hangingPunct="1">
              <a:spcBef>
                <a:spcPts val="600"/>
              </a:spcBef>
            </a:pPr>
            <a:r>
              <a:rPr lang="zh-CN" altLang="en-US" dirty="0">
                <a:latin typeface="宋体" panose="02010600030101010101" pitchFamily="2" charset="-122"/>
                <a:ea typeface="宋体" panose="02010600030101010101" pitchFamily="2" charset="-122"/>
              </a:rPr>
              <a:t>数据本身</a:t>
            </a:r>
            <a:endParaRPr lang="zh-CN" altLang="en-US" dirty="0">
              <a:latin typeface="宋体" panose="02010600030101010101" pitchFamily="2" charset="-122"/>
              <a:ea typeface="宋体" panose="02010600030101010101" pitchFamily="2" charset="-122"/>
            </a:endParaRPr>
          </a:p>
          <a:p>
            <a:pPr lvl="1" algn="just" eaLnBrk="1" hangingPunct="1">
              <a:spcBef>
                <a:spcPts val="600"/>
              </a:spcBef>
            </a:pPr>
            <a:r>
              <a:rPr lang="zh-CN" altLang="en-US" dirty="0">
                <a:latin typeface="宋体" panose="02010600030101010101" pitchFamily="2" charset="-122"/>
                <a:ea typeface="宋体" panose="02010600030101010101" pitchFamily="2" charset="-122"/>
              </a:rPr>
              <a:t>数据之间的联系</a:t>
            </a:r>
            <a:endParaRPr lang="zh-CN" altLang="en-US" dirty="0">
              <a:latin typeface="宋体" panose="02010600030101010101" pitchFamily="2" charset="-122"/>
              <a:ea typeface="宋体" panose="02010600030101010101" pitchFamily="2" charset="-122"/>
            </a:endParaRPr>
          </a:p>
          <a:p>
            <a:pPr lvl="1" eaLnBrk="1" hangingPunct="1">
              <a:spcBef>
                <a:spcPts val="600"/>
              </a:spcBef>
            </a:pPr>
            <a:r>
              <a:rPr lang="zh-CN" altLang="en-US" dirty="0">
                <a:latin typeface="宋体" panose="02010600030101010101" pitchFamily="2" charset="-122"/>
                <a:ea typeface="宋体" panose="02010600030101010101" pitchFamily="2" charset="-122"/>
              </a:rPr>
              <a:t>存取路径  </a:t>
            </a:r>
            <a:endParaRPr lang="en-US" altLang="zh-CN" dirty="0">
              <a:latin typeface="宋体" panose="02010600030101010101" pitchFamily="2" charset="-122"/>
              <a:ea typeface="宋体" panose="02010600030101010101" pitchFamily="2" charset="-122"/>
            </a:endParaRPr>
          </a:p>
          <a:p>
            <a:pPr marL="457200" lvl="1" indent="0" eaLnBrk="1" hangingPunct="1">
              <a:spcBef>
                <a:spcPts val="600"/>
              </a:spcBef>
              <a:buNone/>
            </a:pPr>
            <a:endParaRPr lang="en-US" altLang="zh-CN" dirty="0">
              <a:latin typeface="宋体" panose="02010600030101010101" pitchFamily="2" charset="-122"/>
              <a:ea typeface="宋体" panose="02010600030101010101" pitchFamily="2" charset="-122"/>
            </a:endParaRPr>
          </a:p>
          <a:p>
            <a:pPr eaLnBrk="1" hangingPunct="1">
              <a:spcBef>
                <a:spcPts val="600"/>
              </a:spcBef>
            </a:pPr>
            <a:r>
              <a:rPr lang="zh-CN" altLang="en-US" dirty="0">
                <a:latin typeface="宋体" panose="02010600030101010101" pitchFamily="2" charset="-122"/>
              </a:rPr>
              <a:t>组织数据内容</a:t>
            </a:r>
            <a:endParaRPr lang="en-US" altLang="zh-CN" dirty="0">
              <a:latin typeface="宋体" panose="02010600030101010101" pitchFamily="2" charset="-122"/>
            </a:endParaRPr>
          </a:p>
          <a:p>
            <a:pPr lvl="1" eaLnBrk="1" hangingPunct="1">
              <a:spcBef>
                <a:spcPts val="600"/>
              </a:spcBef>
            </a:pPr>
            <a:r>
              <a:rPr lang="en-US" altLang="zh-CN" dirty="0">
                <a:latin typeface="Arial" panose="020B0604020202020204" pitchFamily="34" charset="0"/>
                <a:ea typeface="宋体" panose="02010600030101010101" pitchFamily="2" charset="-122"/>
              </a:rPr>
              <a:t>1.</a:t>
            </a:r>
            <a:r>
              <a:rPr lang="zh-CN" altLang="en-US" dirty="0">
                <a:latin typeface="Arial" panose="020B0604020202020204" pitchFamily="34" charset="0"/>
                <a:ea typeface="宋体" panose="02010600030101010101" pitchFamily="2" charset="-122"/>
              </a:rPr>
              <a:t>数据字典的组织</a:t>
            </a:r>
            <a:endParaRPr lang="en-US" altLang="zh-CN" dirty="0">
              <a:latin typeface="Arial" panose="020B0604020202020204" pitchFamily="34" charset="0"/>
              <a:ea typeface="宋体" panose="02010600030101010101" pitchFamily="2" charset="-122"/>
            </a:endParaRPr>
          </a:p>
          <a:p>
            <a:pPr lvl="1" eaLnBrk="1" hangingPunct="1">
              <a:spcBef>
                <a:spcPts val="600"/>
              </a:spcBef>
            </a:pPr>
            <a:r>
              <a:rPr lang="en-US" altLang="zh-CN" dirty="0">
                <a:latin typeface="Arial" panose="020B0604020202020204" pitchFamily="34" charset="0"/>
                <a:ea typeface="宋体" panose="02010600030101010101" pitchFamily="2" charset="-122"/>
              </a:rPr>
              <a:t>2.</a:t>
            </a:r>
            <a:r>
              <a:rPr lang="zh-CN" altLang="en-US" dirty="0">
                <a:latin typeface="Arial" panose="020B0604020202020204" pitchFamily="34" charset="0"/>
                <a:ea typeface="宋体" panose="02010600030101010101" pitchFamily="2" charset="-122"/>
              </a:rPr>
              <a:t>数据及数据联系的组织</a:t>
            </a:r>
            <a:endParaRPr lang="en-US" altLang="zh-CN" dirty="0">
              <a:latin typeface="Arial" panose="020B0604020202020204" pitchFamily="34" charset="0"/>
              <a:ea typeface="宋体" panose="02010600030101010101" pitchFamily="2" charset="-122"/>
            </a:endParaRPr>
          </a:p>
          <a:p>
            <a:pPr lvl="1" eaLnBrk="1" hangingPunct="1">
              <a:spcBef>
                <a:spcPts val="600"/>
              </a:spcBef>
            </a:pPr>
            <a:r>
              <a:rPr lang="en-US" altLang="zh-CN" dirty="0">
                <a:latin typeface="Arial" panose="020B0604020202020204" pitchFamily="34" charset="0"/>
                <a:ea typeface="宋体" panose="02010600030101010101" pitchFamily="2" charset="-122"/>
              </a:rPr>
              <a:t>3.</a:t>
            </a:r>
            <a:r>
              <a:rPr lang="zh-CN" altLang="en-US" dirty="0">
                <a:latin typeface="Arial" panose="020B0604020202020204" pitchFamily="34" charset="0"/>
                <a:ea typeface="宋体" panose="02010600030101010101" pitchFamily="2" charset="-122"/>
              </a:rPr>
              <a:t>存取路径的组织</a:t>
            </a:r>
            <a:endParaRPr lang="en-US" altLang="zh-CN" dirty="0">
              <a:latin typeface="Arial" panose="020B0604020202020204" pitchFamily="34" charset="0"/>
              <a:ea typeface="宋体" panose="02010600030101010101" pitchFamily="2" charset="-122"/>
            </a:endParaRPr>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数据库的物理组织（续）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827" name="Rectangle 3"/>
          <p:cNvSpPr>
            <a:spLocks noGrp="1" noChangeArrowheads="1"/>
          </p:cNvSpPr>
          <p:nvPr>
            <p:ph type="body" idx="1"/>
          </p:nvPr>
        </p:nvSpPr>
        <p:spPr>
          <a:xfrm>
            <a:off x="1901826" y="1124744"/>
            <a:ext cx="8229600" cy="5256584"/>
          </a:xfrm>
        </p:spPr>
        <p:txBody>
          <a:bodyPr/>
          <a:lstStyle/>
          <a:p>
            <a:pPr eaLnBrk="1" hangingPunct="1"/>
            <a:r>
              <a:rPr lang="en-US" altLang="zh-CN" dirty="0"/>
              <a:t>1.</a:t>
            </a:r>
            <a:r>
              <a:rPr lang="zh-CN" altLang="en-US" dirty="0">
                <a:latin typeface="宋体" panose="02010600030101010101" pitchFamily="2" charset="-122"/>
              </a:rPr>
              <a:t>数据字典的组织</a:t>
            </a:r>
            <a:endParaRPr lang="en-US" altLang="zh-CN" dirty="0">
              <a:latin typeface="宋体" panose="02010600030101010101" pitchFamily="2" charset="-122"/>
            </a:endParaRPr>
          </a:p>
          <a:p>
            <a:pPr lvl="1" eaLnBrk="1" hangingPunct="1">
              <a:lnSpc>
                <a:spcPct val="150000"/>
              </a:lnSpc>
            </a:pPr>
            <a:r>
              <a:rPr lang="zh-CN" altLang="en-US" dirty="0">
                <a:latin typeface="宋体" panose="02010600030101010101" pitchFamily="2" charset="-122"/>
                <a:ea typeface="宋体" panose="02010600030101010101" pitchFamily="2" charset="-122"/>
              </a:rPr>
              <a:t>有关数据的描述存储在数据库的数据字典中</a:t>
            </a:r>
            <a:endParaRPr lang="en-US" altLang="zh-CN" dirty="0">
              <a:latin typeface="宋体" panose="02010600030101010101" pitchFamily="2" charset="-122"/>
              <a:ea typeface="宋体" panose="02010600030101010101" pitchFamily="2" charset="-122"/>
            </a:endParaRPr>
          </a:p>
          <a:p>
            <a:pPr lvl="1" eaLnBrk="1" hangingPunct="1">
              <a:lnSpc>
                <a:spcPct val="150000"/>
              </a:lnSpc>
            </a:pPr>
            <a:r>
              <a:rPr lang="zh-CN" altLang="en-US" dirty="0">
                <a:latin typeface="宋体" panose="02010600030101010101" pitchFamily="2" charset="-122"/>
                <a:ea typeface="宋体" panose="02010600030101010101" pitchFamily="2" charset="-122"/>
              </a:rPr>
              <a:t>特点：数据量比较小（与数据本身比）且使用频繁</a:t>
            </a:r>
            <a:endParaRPr lang="en-US" altLang="zh-CN" dirty="0">
              <a:latin typeface="宋体" panose="02010600030101010101" pitchFamily="2" charset="-122"/>
              <a:ea typeface="宋体" panose="02010600030101010101" pitchFamily="2" charset="-122"/>
            </a:endParaRPr>
          </a:p>
          <a:p>
            <a:pPr lvl="1">
              <a:lnSpc>
                <a:spcPct val="150000"/>
              </a:lnSpc>
            </a:pPr>
            <a:r>
              <a:rPr lang="zh-CN" altLang="zh-CN" dirty="0">
                <a:latin typeface="宋体" panose="02010600030101010101" pitchFamily="2" charset="-122"/>
                <a:ea typeface="宋体" panose="02010600030101010101" pitchFamily="2" charset="-122"/>
              </a:rPr>
              <a:t>逻辑上组织为若干</a:t>
            </a:r>
            <a:r>
              <a:rPr lang="zh-CN" altLang="en-US" dirty="0">
                <a:latin typeface="宋体" panose="02010600030101010101" pitchFamily="2" charset="-122"/>
                <a:ea typeface="宋体" panose="02010600030101010101" pitchFamily="2" charset="-122"/>
              </a:rPr>
              <a:t>张表，一个字典表可以</a:t>
            </a:r>
            <a:r>
              <a:rPr lang="zh-CN" altLang="zh-CN" dirty="0">
                <a:latin typeface="宋体" panose="02010600030101010101" pitchFamily="2" charset="-122"/>
                <a:ea typeface="宋体" panose="02010600030101010101" pitchFamily="2" charset="-122"/>
              </a:rPr>
              <a:t>对应一个物理文件，也可以若干字典表对应一个物理文件</a:t>
            </a:r>
            <a:endParaRPr lang="en-US" altLang="zh-CN" dirty="0">
              <a:latin typeface="宋体" panose="02010600030101010101" pitchFamily="2" charset="-122"/>
              <a:ea typeface="宋体" panose="02010600030101010101" pitchFamily="2" charset="-122"/>
            </a:endParaRPr>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数据库的物理组织（续）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827" name="Rectangle 3"/>
          <p:cNvSpPr>
            <a:spLocks noGrp="1" noChangeArrowheads="1"/>
          </p:cNvSpPr>
          <p:nvPr>
            <p:ph type="body" idx="1"/>
          </p:nvPr>
        </p:nvSpPr>
        <p:spPr>
          <a:xfrm>
            <a:off x="1631504" y="1124744"/>
            <a:ext cx="9505056" cy="5256584"/>
          </a:xfrm>
        </p:spPr>
        <p:txBody>
          <a:bodyPr/>
          <a:lstStyle/>
          <a:p>
            <a:pPr eaLnBrk="1" hangingPunct="1">
              <a:lnSpc>
                <a:spcPct val="150000"/>
              </a:lnSpc>
            </a:pPr>
            <a:r>
              <a:rPr lang="en-US" altLang="zh-CN" dirty="0"/>
              <a:t>2.</a:t>
            </a:r>
            <a:r>
              <a:rPr lang="zh-CN" altLang="en-US" dirty="0">
                <a:latin typeface="宋体" panose="02010600030101010101" pitchFamily="2" charset="-122"/>
              </a:rPr>
              <a:t>数据及数据联系的组织</a:t>
            </a:r>
            <a:endParaRPr lang="en-US" altLang="zh-CN" dirty="0">
              <a:latin typeface="宋体" panose="02010600030101010101" pitchFamily="2" charset="-122"/>
            </a:endParaRPr>
          </a:p>
          <a:p>
            <a:pPr lvl="1" eaLnBrk="1" hangingPunct="1">
              <a:lnSpc>
                <a:spcPct val="150000"/>
              </a:lnSpc>
            </a:pPr>
            <a:r>
              <a:rPr lang="zh-CN" altLang="en-US" dirty="0">
                <a:latin typeface="宋体" panose="02010600030101010101" pitchFamily="2" charset="-122"/>
                <a:ea typeface="宋体" panose="02010600030101010101" pitchFamily="2" charset="-122"/>
              </a:rPr>
              <a:t>数据库管理系统自行设计的文件结构或使用操作系统提供的文件结构中选择合适的加以实现</a:t>
            </a:r>
            <a:endParaRPr lang="en-US" altLang="zh-CN" dirty="0">
              <a:latin typeface="宋体" panose="02010600030101010101" pitchFamily="2" charset="-122"/>
              <a:ea typeface="宋体" panose="02010600030101010101" pitchFamily="2" charset="-122"/>
            </a:endParaRPr>
          </a:p>
          <a:p>
            <a:pPr lvl="1" eaLnBrk="1" hangingPunct="1">
              <a:lnSpc>
                <a:spcPct val="150000"/>
              </a:lnSpc>
            </a:pPr>
            <a:r>
              <a:rPr lang="zh-CN" altLang="en-US" dirty="0">
                <a:latin typeface="宋体" panose="02010600030101010101" pitchFamily="2" charset="-122"/>
                <a:ea typeface="宋体" panose="02010600030101010101" pitchFamily="2" charset="-122"/>
              </a:rPr>
              <a:t>数据的组织和存储中必须直接或间接、显式或隐含地体现</a:t>
            </a:r>
            <a:r>
              <a:rPr lang="zh-CN" altLang="en-US" dirty="0">
                <a:solidFill>
                  <a:schemeClr val="tx1">
                    <a:lumMod val="95000"/>
                    <a:lumOff val="5000"/>
                  </a:schemeClr>
                </a:solidFill>
                <a:latin typeface="黑体" panose="02010609060101010101" pitchFamily="49" charset="-122"/>
                <a:ea typeface="黑体" panose="02010609060101010101" pitchFamily="49" charset="-122"/>
              </a:rPr>
              <a:t>数据之间的联系</a:t>
            </a:r>
            <a:r>
              <a:rPr lang="zh-CN" altLang="en-US" dirty="0">
                <a:latin typeface="宋体" panose="02010600030101010101" pitchFamily="2" charset="-122"/>
                <a:ea typeface="宋体" panose="02010600030101010101" pitchFamily="2" charset="-122"/>
              </a:rPr>
              <a:t>，这是数据库物理组织主要考虑和设计的内容</a:t>
            </a:r>
            <a:endParaRPr lang="en-US" altLang="zh-CN" dirty="0">
              <a:latin typeface="宋体" panose="02010600030101010101" pitchFamily="2" charset="-122"/>
              <a:ea typeface="宋体" panose="02010600030101010101" pitchFamily="2" charset="-122"/>
            </a:endParaRPr>
          </a:p>
          <a:p>
            <a:pPr lvl="1" eaLnBrk="1" hangingPunct="1"/>
            <a:endParaRPr lang="en-US" altLang="zh-CN" dirty="0">
              <a:latin typeface="宋体" panose="02010600030101010101" pitchFamily="2" charset="-122"/>
              <a:ea typeface="宋体" panose="02010600030101010101" pitchFamily="2" charset="-122"/>
            </a:endParaRPr>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数据库的物理组织（续）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827" name="Rectangle 3"/>
          <p:cNvSpPr>
            <a:spLocks noGrp="1" noChangeArrowheads="1"/>
          </p:cNvSpPr>
          <p:nvPr>
            <p:ph type="body" idx="1"/>
          </p:nvPr>
        </p:nvSpPr>
        <p:spPr>
          <a:xfrm>
            <a:off x="1730375" y="1124744"/>
            <a:ext cx="9478193" cy="5256584"/>
          </a:xfrm>
        </p:spPr>
        <p:txBody>
          <a:bodyPr/>
          <a:lstStyle/>
          <a:p>
            <a:pPr eaLnBrk="1" hangingPunct="1">
              <a:lnSpc>
                <a:spcPct val="120000"/>
              </a:lnSpc>
            </a:pPr>
            <a:r>
              <a:rPr lang="en-US" altLang="zh-CN" dirty="0"/>
              <a:t>2.</a:t>
            </a:r>
            <a:r>
              <a:rPr lang="zh-CN" altLang="en-US" dirty="0">
                <a:latin typeface="宋体" panose="02010600030101010101" pitchFamily="2" charset="-122"/>
              </a:rPr>
              <a:t>数据及数据联系的组织</a:t>
            </a:r>
            <a:endParaRPr lang="en-US" altLang="zh-CN" dirty="0">
              <a:latin typeface="宋体" panose="02010600030101010101" pitchFamily="2" charset="-122"/>
            </a:endParaRPr>
          </a:p>
          <a:p>
            <a:pPr lvl="1" eaLnBrk="1" hangingPunct="1">
              <a:lnSpc>
                <a:spcPct val="120000"/>
              </a:lnSpc>
            </a:pPr>
            <a:r>
              <a:rPr lang="zh-CN" altLang="zh-CN" kern="1050" spc="-20" dirty="0">
                <a:effectLst/>
                <a:latin typeface="宋体" panose="02010600030101010101" pitchFamily="2" charset="-122"/>
                <a:ea typeface="宋体" panose="02010600030101010101" pitchFamily="2" charset="-122"/>
                <a:cs typeface="Times New Roman" panose="02020603050405020304" pitchFamily="18" charset="0"/>
              </a:rPr>
              <a:t>网状和层次数据库</a:t>
            </a:r>
            <a:endParaRPr lang="en-US" altLang="zh-CN" kern="1050" spc="-20" dirty="0">
              <a:effectLst/>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20000"/>
              </a:lnSpc>
              <a:buFont typeface="Wingdings" panose="05000000000000000000" pitchFamily="2" charset="2"/>
              <a:buChar char="l"/>
            </a:pPr>
            <a:r>
              <a:rPr lang="zh-CN" altLang="en-US" sz="2200" kern="1050" spc="-20" dirty="0">
                <a:effectLst/>
                <a:latin typeface="宋体" panose="02010600030101010101" pitchFamily="2" charset="-122"/>
                <a:ea typeface="宋体" panose="02010600030101010101" pitchFamily="2" charset="-122"/>
                <a:cs typeface="Times New Roman" panose="02020603050405020304" pitchFamily="18" charset="0"/>
              </a:rPr>
              <a:t>常用</a:t>
            </a:r>
            <a:r>
              <a:rPr lang="zh-CN" altLang="zh-CN" sz="2200" kern="1050" spc="-20" dirty="0">
                <a:solidFill>
                  <a:schemeClr val="tx1">
                    <a:lumMod val="95000"/>
                    <a:lumOff val="5000"/>
                  </a:schemeClr>
                </a:solidFill>
                <a:effectLst/>
                <a:latin typeface="黑体" panose="02010609060101010101" pitchFamily="49" charset="-122"/>
                <a:ea typeface="黑体" panose="02010609060101010101" pitchFamily="49" charset="-122"/>
                <a:cs typeface="Times New Roman" panose="02020603050405020304" pitchFamily="18" charset="0"/>
              </a:rPr>
              <a:t>邻接法</a:t>
            </a:r>
            <a:r>
              <a:rPr lang="zh-CN" altLang="zh-CN" sz="2200" kern="1050" spc="-20" dirty="0">
                <a:effectLst/>
                <a:latin typeface="宋体" panose="02010600030101010101" pitchFamily="2" charset="-122"/>
                <a:ea typeface="宋体" panose="02010600030101010101" pitchFamily="2" charset="-122"/>
                <a:cs typeface="Times New Roman" panose="02020603050405020304" pitchFamily="18" charset="0"/>
              </a:rPr>
              <a:t>和</a:t>
            </a:r>
            <a:r>
              <a:rPr lang="zh-CN" altLang="zh-CN" sz="2200" kern="1050" spc="-20" dirty="0">
                <a:solidFill>
                  <a:schemeClr val="tx1">
                    <a:lumMod val="95000"/>
                    <a:lumOff val="5000"/>
                  </a:schemeClr>
                </a:solidFill>
                <a:effectLst/>
                <a:latin typeface="黑体" panose="02010609060101010101" pitchFamily="49" charset="-122"/>
                <a:ea typeface="黑体" panose="02010609060101010101" pitchFamily="49" charset="-122"/>
                <a:cs typeface="Times New Roman" panose="02020603050405020304" pitchFamily="18" charset="0"/>
              </a:rPr>
              <a:t>链接法</a:t>
            </a:r>
            <a:r>
              <a:rPr lang="zh-CN" altLang="zh-CN" sz="2200" kern="1050" spc="-20" dirty="0">
                <a:effectLst/>
                <a:latin typeface="宋体" panose="02010600030101010101" pitchFamily="2" charset="-122"/>
                <a:ea typeface="宋体" panose="02010600030101010101" pitchFamily="2" charset="-122"/>
                <a:cs typeface="Times New Roman" panose="02020603050405020304" pitchFamily="18" charset="0"/>
              </a:rPr>
              <a:t>实现数据之间联系</a:t>
            </a:r>
            <a:endParaRPr lang="en-US" altLang="zh-CN" sz="2200" kern="1050" spc="-20" dirty="0">
              <a:effectLst/>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20000"/>
              </a:lnSpc>
              <a:buFont typeface="Wingdings" panose="05000000000000000000" pitchFamily="2" charset="2"/>
              <a:buChar char="l"/>
            </a:pPr>
            <a:r>
              <a:rPr lang="zh-CN" altLang="zh-CN" sz="2200" kern="1050" spc="-20" dirty="0">
                <a:effectLst/>
                <a:latin typeface="宋体" panose="02010600030101010101" pitchFamily="2" charset="-122"/>
                <a:ea typeface="宋体" panose="02010600030101010101" pitchFamily="2" charset="-122"/>
                <a:cs typeface="Times New Roman" panose="02020603050405020304" pitchFamily="18" charset="0"/>
              </a:rPr>
              <a:t>在操作系统已有文件结构上实现数据库的存储组织和存取方法</a:t>
            </a:r>
            <a:endParaRPr lang="en-US" altLang="zh-CN" sz="2200" kern="1050" spc="-20" dirty="0">
              <a:effectLst/>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20000"/>
              </a:lnSpc>
              <a:buFont typeface="Wingdings" panose="05000000000000000000" pitchFamily="2" charset="2"/>
              <a:buChar char="l"/>
            </a:pPr>
            <a:r>
              <a:rPr lang="zh-CN" altLang="zh-CN" sz="2200" kern="1050" dirty="0">
                <a:effectLst/>
                <a:latin typeface="宋体" panose="02010600030101010101" pitchFamily="2" charset="-122"/>
                <a:ea typeface="宋体" panose="02010600030101010101" pitchFamily="2" charset="-122"/>
                <a:cs typeface="Times New Roman" panose="02020603050405020304" pitchFamily="18" charset="0"/>
              </a:rPr>
              <a:t>网状数据库各记录型分别用某种文件结构组织，记录型之间的联系</a:t>
            </a:r>
            <a:r>
              <a:rPr lang="en-US" altLang="zh-CN" sz="2200" kern="1050" dirty="0">
                <a:effectLst/>
                <a:latin typeface="宋体" panose="02010600030101010101" pitchFamily="2" charset="-122"/>
                <a:ea typeface="宋体" panose="02010600030101010101" pitchFamily="2" charset="-122"/>
                <a:cs typeface="Times New Roman" panose="02020603050405020304" pitchFamily="18" charset="0"/>
              </a:rPr>
              <a:t>--</a:t>
            </a:r>
            <a:r>
              <a:rPr lang="en-US" altLang="zh-CN" sz="2200" kern="1050" dirty="0">
                <a:effectLst/>
                <a:latin typeface="Arial" panose="020B0604020202020204" pitchFamily="34" charset="0"/>
                <a:ea typeface="宋体" panose="02010600030101010101" pitchFamily="2" charset="-122"/>
                <a:cs typeface="Arial" panose="020B0604020202020204" pitchFamily="34" charset="0"/>
              </a:rPr>
              <a:t>SET</a:t>
            </a:r>
            <a:r>
              <a:rPr lang="zh-CN" altLang="zh-CN" sz="2200" kern="1050" dirty="0">
                <a:effectLst/>
                <a:latin typeface="宋体" panose="02010600030101010101" pitchFamily="2" charset="-122"/>
                <a:ea typeface="宋体" panose="02010600030101010101" pitchFamily="2" charset="-122"/>
                <a:cs typeface="Times New Roman" panose="02020603050405020304" pitchFamily="18" charset="0"/>
              </a:rPr>
              <a:t>用</a:t>
            </a:r>
            <a:r>
              <a:rPr lang="zh-CN" altLang="en-US" sz="2200" kern="1050" dirty="0">
                <a:solidFill>
                  <a:schemeClr val="tx1">
                    <a:lumMod val="95000"/>
                    <a:lumOff val="5000"/>
                  </a:schemeClr>
                </a:solidFill>
                <a:effectLst/>
                <a:latin typeface="黑体" panose="02010609060101010101" pitchFamily="49" charset="-122"/>
                <a:ea typeface="黑体" panose="02010609060101010101" pitchFamily="49" charset="-122"/>
                <a:cs typeface="Times New Roman" panose="02020603050405020304" pitchFamily="18" charset="0"/>
              </a:rPr>
              <a:t>指针</a:t>
            </a:r>
            <a:r>
              <a:rPr lang="zh-CN" altLang="zh-CN" sz="2200" kern="1050" dirty="0">
                <a:effectLst/>
                <a:latin typeface="宋体" panose="02010600030101010101" pitchFamily="2" charset="-122"/>
                <a:ea typeface="宋体" panose="02010600030101010101" pitchFamily="2" charset="-122"/>
                <a:cs typeface="Times New Roman" panose="02020603050405020304" pitchFamily="18" charset="0"/>
              </a:rPr>
              <a:t>方式实现</a:t>
            </a:r>
            <a:endParaRPr lang="en-US" altLang="zh-CN" sz="2200" kern="1050" spc="-20" dirty="0">
              <a:latin typeface="宋体" panose="02010600030101010101" pitchFamily="2" charset="-122"/>
              <a:ea typeface="宋体" panose="02010600030101010101" pitchFamily="2" charset="-122"/>
              <a:cs typeface="Times New Roman" panose="02020603050405020304" pitchFamily="18" charset="0"/>
            </a:endParaRPr>
          </a:p>
          <a:p>
            <a:pPr lvl="1" eaLnBrk="1" hangingPunct="1">
              <a:lnSpc>
                <a:spcPct val="120000"/>
              </a:lnSpc>
            </a:pPr>
            <a:r>
              <a:rPr lang="zh-CN" altLang="zh-CN" kern="1050" spc="45" dirty="0">
                <a:effectLst/>
                <a:latin typeface="宋体" panose="02010600030101010101" pitchFamily="2" charset="-122"/>
                <a:ea typeface="宋体" panose="02010600030101010101" pitchFamily="2" charset="-122"/>
                <a:cs typeface="Times New Roman" panose="02020603050405020304" pitchFamily="18" charset="0"/>
              </a:rPr>
              <a:t>关系数据库</a:t>
            </a:r>
            <a:endParaRPr lang="en-US" altLang="zh-CN" kern="1050" spc="45" dirty="0">
              <a:effectLst/>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20000"/>
              </a:lnSpc>
              <a:buFont typeface="Wingdings" panose="05000000000000000000" pitchFamily="2" charset="2"/>
              <a:buChar char="l"/>
            </a:pPr>
            <a:r>
              <a:rPr lang="zh-CN" altLang="zh-CN" sz="2200" kern="1050" spc="45" dirty="0">
                <a:latin typeface="宋体" panose="02010600030101010101" pitchFamily="2" charset="-122"/>
                <a:ea typeface="宋体" panose="02010600030101010101" pitchFamily="2" charset="-122"/>
                <a:cs typeface="Times New Roman" panose="02020603050405020304" pitchFamily="18" charset="0"/>
              </a:rPr>
              <a:t>实现数据表示的单一性</a:t>
            </a:r>
            <a:endParaRPr lang="en-US" altLang="zh-CN" sz="2200" kern="1050" spc="45" dirty="0">
              <a:latin typeface="宋体" panose="02010600030101010101" pitchFamily="2" charset="-122"/>
              <a:ea typeface="宋体" panose="02010600030101010101" pitchFamily="2" charset="-122"/>
              <a:cs typeface="Times New Roman" panose="02020603050405020304" pitchFamily="18" charset="0"/>
            </a:endParaRPr>
          </a:p>
          <a:p>
            <a:pPr lvl="2" eaLnBrk="1" hangingPunct="1">
              <a:lnSpc>
                <a:spcPct val="120000"/>
              </a:lnSpc>
              <a:buFont typeface="Wingdings" panose="05000000000000000000" pitchFamily="2" charset="2"/>
              <a:buChar char="l"/>
            </a:pPr>
            <a:r>
              <a:rPr lang="zh-CN" altLang="zh-CN" sz="2200" kern="1050" spc="45" dirty="0">
                <a:effectLst/>
                <a:latin typeface="宋体" panose="02010600030101010101" pitchFamily="2" charset="-122"/>
                <a:ea typeface="宋体" panose="02010600030101010101" pitchFamily="2" charset="-122"/>
                <a:cs typeface="Times New Roman" panose="02020603050405020304" pitchFamily="18" charset="0"/>
              </a:rPr>
              <a:t>实体及实体之间的联系都用一种数据结构</a:t>
            </a:r>
            <a:r>
              <a:rPr lang="zh-CN" altLang="zh-CN" sz="2200" kern="1050" dirty="0">
                <a:effectLst/>
                <a:latin typeface="宋体" panose="02010600030101010101" pitchFamily="2" charset="-122"/>
                <a:ea typeface="宋体" panose="02010600030101010101" pitchFamily="2" charset="-122"/>
                <a:cs typeface="Times New Roman" panose="02020603050405020304" pitchFamily="18" charset="0"/>
              </a:rPr>
              <a:t>—“</a:t>
            </a:r>
            <a:r>
              <a:rPr lang="zh-CN" altLang="zh-CN" sz="2200" kern="1050" dirty="0">
                <a:solidFill>
                  <a:schemeClr val="tx1">
                    <a:lumMod val="95000"/>
                    <a:lumOff val="5000"/>
                  </a:schemeClr>
                </a:solidFill>
                <a:effectLst/>
                <a:latin typeface="黑体" panose="02010609060101010101" pitchFamily="49" charset="-122"/>
                <a:ea typeface="黑体" panose="02010609060101010101" pitchFamily="49" charset="-122"/>
                <a:cs typeface="Times New Roman" panose="02020603050405020304" pitchFamily="18" charset="0"/>
              </a:rPr>
              <a:t>表</a:t>
            </a:r>
            <a:r>
              <a:rPr lang="zh-CN" altLang="zh-CN" sz="2200" kern="1050" dirty="0">
                <a:effectLst/>
                <a:latin typeface="宋体" panose="02010600030101010101" pitchFamily="2" charset="-122"/>
                <a:ea typeface="宋体" panose="02010600030101010101" pitchFamily="2" charset="-122"/>
                <a:cs typeface="Times New Roman" panose="02020603050405020304" pitchFamily="18" charset="0"/>
              </a:rPr>
              <a:t>”来表</a:t>
            </a:r>
            <a:r>
              <a:rPr lang="zh-CN" altLang="zh-CN" kern="1050" dirty="0">
                <a:effectLst/>
                <a:latin typeface="宋体" panose="02010600030101010101" pitchFamily="2" charset="-122"/>
                <a:ea typeface="宋体" panose="02010600030101010101" pitchFamily="2" charset="-122"/>
                <a:cs typeface="Times New Roman" panose="02020603050405020304" pitchFamily="18" charset="0"/>
              </a:rPr>
              <a:t>示</a:t>
            </a:r>
            <a:r>
              <a:rPr lang="en-US" altLang="zh-CN" dirty="0">
                <a:latin typeface="宋体" panose="02010600030101010101" pitchFamily="2" charset="-122"/>
                <a:ea typeface="宋体" panose="02010600030101010101" pitchFamily="2" charset="-122"/>
              </a:rPr>
              <a:t>	</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endParaRPr>
          </a:p>
          <a:p>
            <a:pPr lvl="1" eaLnBrk="1" hangingPunct="1"/>
            <a:endParaRPr lang="en-US" altLang="zh-CN" dirty="0">
              <a:latin typeface="宋体" panose="02010600030101010101" pitchFamily="2" charset="-122"/>
              <a:ea typeface="宋体" panose="02010600030101010101" pitchFamily="2" charset="-122"/>
            </a:endParaRPr>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数据库的物理组织（续）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827" name="Rectangle 3"/>
          <p:cNvSpPr>
            <a:spLocks noGrp="1" noChangeArrowheads="1"/>
          </p:cNvSpPr>
          <p:nvPr>
            <p:ph type="body" idx="1"/>
          </p:nvPr>
        </p:nvSpPr>
        <p:spPr>
          <a:xfrm>
            <a:off x="1901826" y="1268760"/>
            <a:ext cx="8229600" cy="5112568"/>
          </a:xfrm>
        </p:spPr>
        <p:txBody>
          <a:bodyPr/>
          <a:lstStyle/>
          <a:p>
            <a:pPr eaLnBrk="1" hangingPunct="1">
              <a:lnSpc>
                <a:spcPct val="150000"/>
              </a:lnSpc>
            </a:pPr>
            <a:r>
              <a:rPr lang="en-US" altLang="zh-CN" dirty="0"/>
              <a:t>3.</a:t>
            </a:r>
            <a:r>
              <a:rPr lang="zh-CN" altLang="en-US" dirty="0">
                <a:latin typeface="宋体" panose="02010600030101010101" pitchFamily="2" charset="-122"/>
              </a:rPr>
              <a:t>存取路径的组织</a:t>
            </a:r>
            <a:endParaRPr lang="en-US" altLang="zh-CN" dirty="0">
              <a:latin typeface="宋体" panose="02010600030101010101" pitchFamily="2" charset="-122"/>
            </a:endParaRPr>
          </a:p>
          <a:p>
            <a:pPr lvl="1" eaLnBrk="1" hangingPunct="1">
              <a:lnSpc>
                <a:spcPct val="150000"/>
              </a:lnSpc>
            </a:pPr>
            <a:r>
              <a:rPr lang="zh-CN" altLang="zh-CN" dirty="0">
                <a:latin typeface="宋体" panose="02010600030101010101" pitchFamily="2" charset="-122"/>
                <a:ea typeface="宋体" panose="02010600030101010101" pitchFamily="2" charset="-122"/>
              </a:rPr>
              <a:t>网状和层次数据库中，存取路径用数据之间的联系表示</a:t>
            </a:r>
            <a:r>
              <a:rPr lang="zh-CN" altLang="en-US" dirty="0">
                <a:latin typeface="宋体" panose="02010600030101010101" pitchFamily="2" charset="-122"/>
                <a:ea typeface="宋体" panose="02010600030101010101" pitchFamily="2" charset="-122"/>
              </a:rPr>
              <a:t>，</a:t>
            </a:r>
            <a:r>
              <a:rPr lang="zh-CN" altLang="zh-CN" dirty="0">
                <a:latin typeface="宋体" panose="02010600030101010101" pitchFamily="2" charset="-122"/>
                <a:ea typeface="宋体" panose="02010600030101010101" pitchFamily="2" charset="-122"/>
              </a:rPr>
              <a:t>已与数据结合并固定</a:t>
            </a:r>
            <a:endParaRPr lang="en-US" altLang="zh-CN" dirty="0">
              <a:latin typeface="宋体" panose="02010600030101010101" pitchFamily="2" charset="-122"/>
              <a:ea typeface="宋体" panose="02010600030101010101" pitchFamily="2" charset="-122"/>
            </a:endParaRPr>
          </a:p>
          <a:p>
            <a:pPr lvl="1" eaLnBrk="1" hangingPunct="1">
              <a:lnSpc>
                <a:spcPct val="150000"/>
              </a:lnSpc>
            </a:pPr>
            <a:r>
              <a:rPr lang="zh-CN" altLang="zh-CN" dirty="0">
                <a:latin typeface="宋体" panose="02010600030101010101" pitchFamily="2" charset="-122"/>
                <a:ea typeface="宋体" panose="02010600030101010101" pitchFamily="2" charset="-122"/>
              </a:rPr>
              <a:t>关系数据库中存取路径和数据是分离的，对用户隐蔽</a:t>
            </a:r>
            <a:endParaRPr lang="en-US" altLang="zh-CN" dirty="0">
              <a:latin typeface="宋体" panose="02010600030101010101" pitchFamily="2" charset="-122"/>
              <a:ea typeface="宋体" panose="02010600030101010101" pitchFamily="2" charset="-122"/>
            </a:endParaRPr>
          </a:p>
          <a:p>
            <a:pPr lvl="2" eaLnBrk="1" hangingPunct="1">
              <a:lnSpc>
                <a:spcPct val="150000"/>
              </a:lnSpc>
              <a:buFont typeface="Wingdings" panose="05000000000000000000" pitchFamily="2" charset="2"/>
              <a:buChar char="l"/>
            </a:pPr>
            <a:r>
              <a:rPr lang="zh-CN" altLang="zh-CN" sz="2200" dirty="0">
                <a:latin typeface="宋体" panose="02010600030101010101" pitchFamily="2" charset="-122"/>
                <a:ea typeface="宋体" panose="02010600030101010101" pitchFamily="2" charset="-122"/>
              </a:rPr>
              <a:t>存取路径可以动态建立与删除</a:t>
            </a:r>
            <a:endParaRPr lang="en-US" altLang="zh-CN" sz="2200" dirty="0">
              <a:latin typeface="宋体" panose="02010600030101010101" pitchFamily="2" charset="-122"/>
              <a:ea typeface="宋体" panose="02010600030101010101" pitchFamily="2" charset="-122"/>
            </a:endParaRPr>
          </a:p>
          <a:p>
            <a:pPr lvl="2" eaLnBrk="1" hangingPunct="1">
              <a:lnSpc>
                <a:spcPct val="150000"/>
              </a:lnSpc>
              <a:buFont typeface="Wingdings" panose="05000000000000000000" pitchFamily="2" charset="2"/>
              <a:buChar char="l"/>
            </a:pPr>
            <a:r>
              <a:rPr lang="zh-CN" altLang="zh-CN" sz="2200" dirty="0">
                <a:latin typeface="宋体" panose="02010600030101010101" pitchFamily="2" charset="-122"/>
                <a:ea typeface="宋体" panose="02010600030101010101" pitchFamily="2" charset="-122"/>
              </a:rPr>
              <a:t>存取路径的物理组织通常采用索引形式</a:t>
            </a:r>
            <a:endParaRPr lang="en-US" altLang="zh-CN" sz="2200" dirty="0">
              <a:latin typeface="宋体" panose="02010600030101010101" pitchFamily="2" charset="-122"/>
              <a:ea typeface="宋体" panose="02010600030101010101" pitchFamily="2" charset="-122"/>
            </a:endParaRPr>
          </a:p>
          <a:p>
            <a:pPr lvl="1" eaLnBrk="1" hangingPunct="1"/>
            <a:endParaRPr lang="en-US" altLang="zh-CN" dirty="0">
              <a:latin typeface="宋体" panose="02010600030101010101" pitchFamily="2" charset="-122"/>
              <a:ea typeface="宋体" panose="02010600030101010101" pitchFamily="2" charset="-122"/>
            </a:endParaRPr>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数据库的物理组织（续）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775520" y="23811"/>
            <a:ext cx="8401051" cy="852488"/>
          </a:xfrm>
        </p:spPr>
        <p:txBody>
          <a:bodyPr/>
          <a:lstStyle/>
          <a:p>
            <a:pPr eaLnBrk="1" hangingPunct="1"/>
            <a:r>
              <a:rPr lang="zh-CN" altLang="zh-CN" sz="3600" dirty="0"/>
              <a:t>第</a:t>
            </a:r>
            <a:r>
              <a:rPr lang="en-US" altLang="zh-CN" sz="3600" dirty="0"/>
              <a:t>13</a:t>
            </a:r>
            <a:r>
              <a:rPr lang="zh-CN" altLang="zh-CN" sz="3600" dirty="0"/>
              <a:t>章  </a:t>
            </a:r>
            <a:r>
              <a:rPr lang="zh-CN" altLang="en-US" sz="3600" dirty="0"/>
              <a:t>数据库管理系统概述</a:t>
            </a:r>
            <a:endParaRPr lang="zh-CN" altLang="en-US" sz="3600" dirty="0"/>
          </a:p>
        </p:txBody>
      </p:sp>
      <p:sp>
        <p:nvSpPr>
          <p:cNvPr id="9219" name="Rectangle 3"/>
          <p:cNvSpPr>
            <a:spLocks noGrp="1" noChangeArrowheads="1"/>
          </p:cNvSpPr>
          <p:nvPr>
            <p:ph type="body" idx="1"/>
          </p:nvPr>
        </p:nvSpPr>
        <p:spPr>
          <a:xfrm>
            <a:off x="2195513" y="1316766"/>
            <a:ext cx="7056139" cy="4225124"/>
          </a:xfrm>
        </p:spPr>
        <p:txBody>
          <a:bodyPr>
            <a:normAutofit lnSpcReduction="10000"/>
          </a:bodyPr>
          <a:lstStyle/>
          <a:p>
            <a:pPr marL="342900" lvl="1" indent="-342900" algn="just" eaLnBrk="1" hangingPunct="1">
              <a:lnSpc>
                <a:spcPct val="130000"/>
              </a:lnSpc>
              <a:spcBef>
                <a:spcPct val="20000"/>
              </a:spcBef>
              <a:buNone/>
              <a:defRPr/>
            </a:pPr>
            <a:r>
              <a:rPr lang="en-US" altLang="zh-CN" sz="2800" dirty="0">
                <a:cs typeface="+mn-cs"/>
              </a:rPr>
              <a:t>13.1</a:t>
            </a:r>
            <a:r>
              <a:rPr lang="zh-CN" altLang="en-US" sz="2800" dirty="0">
                <a:cs typeface="+mn-cs"/>
              </a:rPr>
              <a:t> 数据库管理系统的基本功能</a:t>
            </a:r>
            <a:endParaRPr lang="zh-CN" altLang="en-US" sz="2800" dirty="0">
              <a:cs typeface="+mn-cs"/>
            </a:endParaRPr>
          </a:p>
          <a:p>
            <a:pPr marL="342900" lvl="1" indent="-342900" algn="just" eaLnBrk="1" hangingPunct="1">
              <a:lnSpc>
                <a:spcPct val="130000"/>
              </a:lnSpc>
              <a:spcBef>
                <a:spcPct val="20000"/>
              </a:spcBef>
              <a:buNone/>
              <a:defRPr/>
            </a:pPr>
            <a:r>
              <a:rPr lang="en-US" altLang="zh-CN" sz="2800" dirty="0">
                <a:cs typeface="+mn-cs"/>
              </a:rPr>
              <a:t>13.2</a:t>
            </a:r>
            <a:r>
              <a:rPr lang="zh-CN" altLang="en-US" sz="2800" dirty="0">
                <a:cs typeface="+mn-cs"/>
              </a:rPr>
              <a:t> 数据库管理系统的系统结构</a:t>
            </a:r>
            <a:endParaRPr lang="zh-CN" altLang="en-US" sz="2800" dirty="0">
              <a:cs typeface="+mn-cs"/>
            </a:endParaRPr>
          </a:p>
          <a:p>
            <a:pPr marL="342900" lvl="1" indent="-342900" algn="just" eaLnBrk="1" hangingPunct="1">
              <a:lnSpc>
                <a:spcPct val="130000"/>
              </a:lnSpc>
              <a:spcBef>
                <a:spcPct val="20000"/>
              </a:spcBef>
              <a:buNone/>
              <a:defRPr/>
            </a:pPr>
            <a:r>
              <a:rPr lang="en-US" altLang="zh-CN" sz="2800" dirty="0">
                <a:cs typeface="+mn-cs"/>
              </a:rPr>
              <a:t>13.3</a:t>
            </a:r>
            <a:r>
              <a:rPr lang="zh-CN" altLang="en-US" sz="2800" dirty="0">
                <a:cs typeface="+mn-cs"/>
              </a:rPr>
              <a:t> 语言处理层</a:t>
            </a:r>
            <a:endParaRPr lang="en-US" altLang="zh-CN" sz="2800" dirty="0">
              <a:cs typeface="+mn-cs"/>
            </a:endParaRPr>
          </a:p>
          <a:p>
            <a:pPr marL="342900" lvl="1" indent="-342900" algn="just" eaLnBrk="1" hangingPunct="1">
              <a:lnSpc>
                <a:spcPct val="130000"/>
              </a:lnSpc>
              <a:spcBef>
                <a:spcPct val="20000"/>
              </a:spcBef>
              <a:buNone/>
              <a:defRPr/>
            </a:pPr>
            <a:r>
              <a:rPr lang="en-US" altLang="zh-CN" sz="2800" dirty="0">
                <a:cs typeface="+mn-cs"/>
              </a:rPr>
              <a:t>13.4</a:t>
            </a:r>
            <a:r>
              <a:rPr lang="zh-CN" altLang="en-US" sz="2800" dirty="0">
                <a:cs typeface="+mn-cs"/>
              </a:rPr>
              <a:t> 数据存取层</a:t>
            </a:r>
            <a:endParaRPr lang="en-US" altLang="zh-CN" sz="2800" dirty="0">
              <a:cs typeface="+mn-cs"/>
            </a:endParaRPr>
          </a:p>
          <a:p>
            <a:pPr marL="342900" lvl="1" indent="-342900" algn="just" eaLnBrk="1" hangingPunct="1">
              <a:lnSpc>
                <a:spcPct val="130000"/>
              </a:lnSpc>
              <a:spcBef>
                <a:spcPct val="20000"/>
              </a:spcBef>
              <a:buNone/>
              <a:defRPr/>
            </a:pPr>
            <a:r>
              <a:rPr lang="en-US" altLang="zh-CN" sz="2800" dirty="0">
                <a:cs typeface="+mn-cs"/>
              </a:rPr>
              <a:t>13.5 </a:t>
            </a:r>
            <a:r>
              <a:rPr lang="zh-CN" altLang="en-US" sz="2800" dirty="0">
                <a:cs typeface="+mn-cs"/>
              </a:rPr>
              <a:t>缓冲区管理</a:t>
            </a:r>
            <a:endParaRPr lang="en-US" altLang="zh-CN" sz="2800" dirty="0">
              <a:cs typeface="+mn-cs"/>
            </a:endParaRPr>
          </a:p>
          <a:p>
            <a:pPr marL="342900" lvl="1" indent="-342900" algn="just" eaLnBrk="1" hangingPunct="1">
              <a:lnSpc>
                <a:spcPct val="130000"/>
              </a:lnSpc>
              <a:spcBef>
                <a:spcPct val="20000"/>
              </a:spcBef>
              <a:buNone/>
              <a:defRPr/>
            </a:pPr>
            <a:r>
              <a:rPr lang="en-US" altLang="zh-CN" sz="2800" dirty="0">
                <a:cs typeface="+mn-cs"/>
              </a:rPr>
              <a:t>13.6</a:t>
            </a:r>
            <a:r>
              <a:rPr lang="zh-CN" altLang="en-US" sz="2800" dirty="0">
                <a:cs typeface="+mn-cs"/>
              </a:rPr>
              <a:t> 数据库的物理组织</a:t>
            </a:r>
            <a:endParaRPr lang="en-US" altLang="zh-CN" sz="2800" dirty="0">
              <a:cs typeface="+mn-cs"/>
            </a:endParaRPr>
          </a:p>
          <a:p>
            <a:pPr marL="342900" lvl="1" indent="-342900" algn="just" eaLnBrk="1" hangingPunct="1">
              <a:lnSpc>
                <a:spcPct val="130000"/>
              </a:lnSpc>
              <a:spcBef>
                <a:spcPct val="20000"/>
              </a:spcBef>
              <a:buNone/>
              <a:defRPr/>
            </a:pPr>
            <a:r>
              <a:rPr lang="zh-CN" altLang="en-US" sz="2800" dirty="0">
                <a:solidFill>
                  <a:srgbClr val="0066FF"/>
                </a:solidFill>
                <a:cs typeface="+mn-cs"/>
              </a:rPr>
              <a:t>本章小结</a:t>
            </a:r>
            <a:endParaRPr lang="en-US" altLang="zh-CN" sz="2800" dirty="0">
              <a:solidFill>
                <a:srgbClr val="0066FF"/>
              </a:solidFill>
              <a:cs typeface="+mn-cs"/>
            </a:endParaRPr>
          </a:p>
          <a:p>
            <a:pPr marL="342900" lvl="1" indent="-342900" algn="just" eaLnBrk="1" hangingPunct="1">
              <a:lnSpc>
                <a:spcPct val="130000"/>
              </a:lnSpc>
              <a:spcBef>
                <a:spcPct val="20000"/>
              </a:spcBef>
              <a:buNone/>
              <a:defRPr/>
            </a:pPr>
            <a:endParaRPr lang="en-US" altLang="zh-CN" sz="2800" dirty="0">
              <a:solidFill>
                <a:srgbClr val="0066FF"/>
              </a:solidFill>
              <a:cs typeface="+mn-cs"/>
            </a:endParaRPr>
          </a:p>
          <a:p>
            <a:pPr marL="0" indent="0" algn="just" eaLnBrk="1" hangingPunct="1">
              <a:buNone/>
            </a:pPr>
            <a:endParaRPr lang="zh-CN" altLang="en-US" dirty="0">
              <a:latin typeface="+mn-ea"/>
            </a:endParaRPr>
          </a:p>
          <a:p>
            <a:pPr marL="0" indent="0" algn="just" eaLnBrk="1" hangingPunct="1">
              <a:buNone/>
            </a:pPr>
            <a:endParaRPr lang="zh-CN" altLang="en-US" dirty="0">
              <a:latin typeface="+mn-ea"/>
            </a:endParaRPr>
          </a:p>
        </p:txBody>
      </p:sp>
    </p:spTree>
  </p:cSld>
  <p:clrMapOvr>
    <a:masterClrMapping/>
  </p:clrMapOvr>
  <p:transition spd="slow">
    <p:wipe dir="d"/>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533400" y="133350"/>
            <a:ext cx="11125200" cy="666750"/>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3300" b="1">
                <a:solidFill>
                  <a:srgbClr val="FFFFFF"/>
                </a:solidFill>
                <a:latin typeface="微软雅黑" panose="020B0503020204020204" charset="-122"/>
                <a:ea typeface="微软雅黑" panose="020B0503020204020204" charset="-122"/>
                <a:cs typeface="微软雅黑" panose="020B0503020204020204" charset="-122"/>
              </a:rPr>
              <a:t>2026 决赛的协议边界</a:t>
            </a:r>
            <a:endParaRPr sz="33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590550" y="1047750"/>
            <a:ext cx="10953750" cy="68580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2250" b="1">
                <a:solidFill>
                  <a:srgbClr val="153E57"/>
                </a:solidFill>
                <a:latin typeface="微软雅黑" panose="020B0503020204020204" charset="-122"/>
                <a:ea typeface="微软雅黑" panose="020B0503020204020204" charset="-122"/>
                <a:cs typeface="微软雅黑" panose="020B0503020204020204" charset="-122"/>
              </a:rPr>
              <a:t>初赛文本工具不能直接当作决赛客户端</a:t>
            </a:r>
            <a:endParaRPr sz="225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590550" y="1952625"/>
          <a:ext cx="10953750" cy="3638550"/>
        </p:xfrm>
        <a:graphic>
          <a:graphicData uri="http://schemas.openxmlformats.org/drawingml/2006/table">
            <a:tbl>
              <a:tblPr/>
              <a:tblGrid>
                <a:gridCol w="2476500"/>
                <a:gridCol w="4476750"/>
                <a:gridCol w="4000500"/>
              </a:tblGrid>
              <a:tr h="727710">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阶段</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协议 / 输出</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训练要求</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教学与框架初赛</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NUL结尾文本、output.txt</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处理分包、EOF和超时</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决赛普通SQL</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EXEC_STREAM，类型化结果帧</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META/ROW/唯一终结帧</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决赛排名事务</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PREPARE_SET、EXEC_BATCH</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参数类型与依赖阶段</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结果校验</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整数、FLOAT32、事务与恢复</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逐层验证公开字节契约</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571500" y="6048375"/>
            <a:ext cx="8096250" cy="285750"/>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500" b="0">
                <a:solidFill>
                  <a:srgbClr val="38566B"/>
                </a:solidFill>
                <a:latin typeface="微软雅黑" panose="020B0503020204020204" charset="-122"/>
                <a:ea typeface="微软雅黑" panose="020B0503020204020204" charset="-122"/>
                <a:cs typeface="微软雅黑" panose="020B0503020204020204" charset="-122"/>
              </a:rPr>
              <a:t>内核训练 K25 · 张书豪课题组</a:t>
            </a:r>
            <a:endParaRPr sz="1500"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transition spd="slow">
    <p:wipe dir="d"/>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12192000" cy="6858000"/>
          </a:xfrm>
          <a:prstGeom prst="rect">
            <a:avLst/>
          </a:prstGeom>
        </p:spPr>
      </p:pic>
      <p:sp>
        <p:nvSpPr>
          <p:cNvPr id="2" name="矩形 1"/>
          <p:cNvSpPr>
            <a:spLocks noGrp="1"/>
          </p:cNvSpPr>
          <p:nvPr/>
        </p:nvSpPr>
        <p:spPr>
          <a:xfrm>
            <a:off x="533400" y="133350"/>
            <a:ext cx="11125200" cy="666750"/>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3300" b="1">
                <a:solidFill>
                  <a:srgbClr val="FFFFFF"/>
                </a:solidFill>
                <a:latin typeface="微软雅黑" panose="020B0503020204020204" charset="-122"/>
                <a:ea typeface="微软雅黑" panose="020B0503020204020204" charset="-122"/>
                <a:cs typeface="微软雅黑" panose="020B0503020204020204" charset="-122"/>
              </a:rPr>
              <a:t>性能成绩与独立答辩</a:t>
            </a:r>
            <a:endParaRPr sz="330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590550" y="1047750"/>
            <a:ext cx="10953750" cy="68580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2250" b="1">
                <a:solidFill>
                  <a:srgbClr val="153E57"/>
                </a:solidFill>
                <a:latin typeface="微软雅黑" panose="020B0503020204020204" charset="-122"/>
                <a:ea typeface="微软雅黑" panose="020B0503020204020204" charset="-122"/>
                <a:cs typeface="微软雅黑" panose="020B0503020204020204" charset="-122"/>
              </a:rPr>
              <a:t>正确性、持久性、恢复均通过后才讨论吞吐</a:t>
            </a:r>
            <a:endParaRPr sz="225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590550" y="1952625"/>
          <a:ext cx="10953750" cy="3638550"/>
        </p:xfrm>
        <a:graphic>
          <a:graphicData uri="http://schemas.openxmlformats.org/drawingml/2006/table">
            <a:tbl>
              <a:tblPr/>
              <a:tblGrid>
                <a:gridCol w="3095625"/>
                <a:gridCol w="7858125"/>
              </a:tblGrid>
              <a:tr h="727710">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任务</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2025" b="1">
                          <a:solidFill>
                            <a:srgbClr val="FFFFFF"/>
                          </a:solidFill>
                          <a:latin typeface="微软雅黑" panose="020B0503020204020204" charset="-122"/>
                          <a:ea typeface="微软雅黑" panose="020B0503020204020204" charset="-122"/>
                          <a:cs typeface="微软雅黑" panose="020B0503020204020204" charset="-122"/>
                        </a:rPr>
                        <a:t>可核验材料</a:t>
                      </a:r>
                      <a:endParaRPr sz="2025" b="1">
                        <a:solidFill>
                          <a:srgbClr val="FFFFFF"/>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本地微基准</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相同环境的原始样本与正确性回归</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2026决赛指标</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三个窗口NewOrder/min的中位数</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失效处理</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失败运行不形成有效性能结论</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FFFFFF"/>
                    </a:solidFill>
                  </a:tcPr>
                </a:tc>
              </a:tr>
              <a:tr h="727710">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个人现场训练</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2025" b="0">
                          <a:solidFill>
                            <a:srgbClr val="152E40"/>
                          </a:solidFill>
                          <a:latin typeface="微软雅黑" panose="020B0503020204020204" charset="-122"/>
                          <a:ea typeface="微软雅黑" panose="020B0503020204020204" charset="-122"/>
                          <a:cs typeface="微软雅黑" panose="020B0503020204020204" charset="-122"/>
                        </a:rPr>
                        <a:t>无AI修改代码、补测例、解释结果</a:t>
                      </a:r>
                      <a:endParaRPr sz="2025" b="0">
                        <a:solidFill>
                          <a:srgbClr val="152E40"/>
                        </a:solidFill>
                        <a:latin typeface="微软雅黑" panose="020B0503020204020204" charset="-122"/>
                        <a:ea typeface="微软雅黑" panose="020B0503020204020204" charset="-122"/>
                        <a:cs typeface="微软雅黑" panose="020B0503020204020204" charset="-122"/>
                      </a:endParaRPr>
                    </a:p>
                  </a:txBody>
                  <a:tcPr>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571500" y="6048375"/>
            <a:ext cx="8096250" cy="285750"/>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500" b="0">
                <a:solidFill>
                  <a:srgbClr val="38566B"/>
                </a:solidFill>
                <a:latin typeface="微软雅黑" panose="020B0503020204020204" charset="-122"/>
                <a:ea typeface="微软雅黑" panose="020B0503020204020204" charset="-122"/>
                <a:cs typeface="微软雅黑" panose="020B0503020204020204" charset="-122"/>
              </a:rPr>
              <a:t>内核训练 K26 · 张书豪课题组</a:t>
            </a:r>
            <a:endParaRPr sz="1500"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transition spd="slow">
    <p:wipe dir="d"/>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2019" name="Rectangle 3"/>
          <p:cNvSpPr>
            <a:spLocks noGrp="1" noChangeArrowheads="1"/>
          </p:cNvSpPr>
          <p:nvPr>
            <p:ph type="body" idx="1"/>
          </p:nvPr>
        </p:nvSpPr>
        <p:spPr>
          <a:xfrm>
            <a:off x="2063551" y="1268760"/>
            <a:ext cx="7525401" cy="3143251"/>
          </a:xfrm>
        </p:spPr>
        <p:txBody>
          <a:bodyPr/>
          <a:lstStyle/>
          <a:p>
            <a:pPr algn="just" eaLnBrk="1" hangingPunct="1">
              <a:lnSpc>
                <a:spcPct val="70000"/>
              </a:lnSpc>
            </a:pPr>
            <a:endParaRPr lang="en-US" altLang="zh-CN" dirty="0">
              <a:latin typeface="宋体" panose="02010600030101010101" pitchFamily="2" charset="-122"/>
            </a:endParaRPr>
          </a:p>
          <a:p>
            <a:pPr algn="just" eaLnBrk="1" hangingPunct="1">
              <a:lnSpc>
                <a:spcPct val="150000"/>
              </a:lnSpc>
            </a:pPr>
            <a:r>
              <a:rPr lang="zh-CN" altLang="en-US" dirty="0">
                <a:latin typeface="宋体" panose="02010600030101010101" pitchFamily="2" charset="-122"/>
              </a:rPr>
              <a:t>数据库管理系统的基本功能</a:t>
            </a:r>
            <a:endParaRPr lang="zh-CN" altLang="en-US" dirty="0">
              <a:latin typeface="宋体" panose="02010600030101010101" pitchFamily="2" charset="-122"/>
            </a:endParaRPr>
          </a:p>
          <a:p>
            <a:pPr algn="just" eaLnBrk="1" hangingPunct="1">
              <a:lnSpc>
                <a:spcPct val="150000"/>
              </a:lnSpc>
            </a:pPr>
            <a:r>
              <a:rPr lang="zh-CN" altLang="en-US" dirty="0">
                <a:latin typeface="宋体" panose="02010600030101010101" pitchFamily="2" charset="-122"/>
              </a:rPr>
              <a:t>数据库管理系统的系统结构</a:t>
            </a:r>
            <a:endParaRPr lang="zh-CN" altLang="en-US" dirty="0">
              <a:latin typeface="宋体" panose="02010600030101010101" pitchFamily="2" charset="-122"/>
            </a:endParaRPr>
          </a:p>
          <a:p>
            <a:pPr eaLnBrk="1" hangingPunct="1">
              <a:lnSpc>
                <a:spcPct val="150000"/>
              </a:lnSpc>
            </a:pPr>
            <a:r>
              <a:rPr lang="zh-CN" altLang="en-US" dirty="0">
                <a:latin typeface="宋体" panose="02010600030101010101" pitchFamily="2" charset="-122"/>
              </a:rPr>
              <a:t>数据库管理系统的主要实现技术 </a:t>
            </a:r>
            <a:endParaRPr lang="zh-CN" altLang="en-US" dirty="0">
              <a:latin typeface="宋体" panose="02010600030101010101" pitchFamily="2" charset="-122"/>
            </a:endParaRPr>
          </a:p>
        </p:txBody>
      </p:sp>
      <p:sp>
        <p:nvSpPr>
          <p:cNvPr id="6"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本章小结</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115" name="Rectangle 3"/>
          <p:cNvSpPr>
            <a:spLocks noGrp="1" noChangeArrowheads="1"/>
          </p:cNvSpPr>
          <p:nvPr>
            <p:ph type="body" idx="1"/>
          </p:nvPr>
        </p:nvSpPr>
        <p:spPr>
          <a:xfrm>
            <a:off x="1901826" y="1124744"/>
            <a:ext cx="7696200" cy="5472608"/>
          </a:xfrm>
        </p:spPr>
        <p:txBody>
          <a:bodyPr/>
          <a:lstStyle/>
          <a:p>
            <a:pPr algn="just" eaLnBrk="1" hangingPunct="1">
              <a:lnSpc>
                <a:spcPct val="130000"/>
              </a:lnSpc>
              <a:spcBef>
                <a:spcPct val="30000"/>
              </a:spcBef>
            </a:pPr>
            <a:r>
              <a:rPr lang="zh-CN" altLang="en-US" dirty="0">
                <a:latin typeface="宋体" panose="02010600030101010101" pitchFamily="2" charset="-122"/>
              </a:rPr>
              <a:t>数据库管理系统的基本功能</a:t>
            </a:r>
            <a:endParaRPr lang="zh-CN" altLang="en-US" dirty="0">
              <a:latin typeface="宋体" panose="02010600030101010101" pitchFamily="2" charset="-122"/>
            </a:endParaRPr>
          </a:p>
          <a:p>
            <a:pPr lvl="1" algn="just" eaLnBrk="1" hangingPunct="1">
              <a:lnSpc>
                <a:spcPct val="130000"/>
              </a:lnSpc>
              <a:spcBef>
                <a:spcPts val="1200"/>
              </a:spcBef>
            </a:pPr>
            <a:r>
              <a:rPr lang="zh-CN" altLang="en-US" dirty="0">
                <a:latin typeface="宋体" panose="02010600030101010101" pitchFamily="2" charset="-122"/>
                <a:ea typeface="宋体" panose="02010600030101010101" pitchFamily="2" charset="-122"/>
              </a:rPr>
              <a:t>数据库定义和创建</a:t>
            </a:r>
            <a:endParaRPr lang="zh-CN" altLang="en-US" dirty="0">
              <a:latin typeface="宋体" panose="02010600030101010101" pitchFamily="2" charset="-122"/>
              <a:ea typeface="宋体" panose="02010600030101010101" pitchFamily="2" charset="-122"/>
            </a:endParaRPr>
          </a:p>
          <a:p>
            <a:pPr lvl="1" algn="just">
              <a:lnSpc>
                <a:spcPct val="130000"/>
              </a:lnSpc>
              <a:spcBef>
                <a:spcPts val="1200"/>
              </a:spcBef>
            </a:pPr>
            <a:r>
              <a:rPr lang="zh-CN" altLang="en-US" dirty="0">
                <a:latin typeface="宋体" panose="02010600030101010101" pitchFamily="2" charset="-122"/>
                <a:ea typeface="宋体" panose="02010600030101010101" pitchFamily="2" charset="-122"/>
              </a:rPr>
              <a:t>数据组织、存储和管理</a:t>
            </a:r>
            <a:endParaRPr lang="zh-CN" altLang="en-US" dirty="0">
              <a:latin typeface="宋体" panose="02010600030101010101" pitchFamily="2" charset="-122"/>
              <a:ea typeface="宋体" panose="02010600030101010101" pitchFamily="2" charset="-122"/>
            </a:endParaRPr>
          </a:p>
          <a:p>
            <a:pPr lvl="1" algn="just" eaLnBrk="1" hangingPunct="1">
              <a:lnSpc>
                <a:spcPct val="130000"/>
              </a:lnSpc>
              <a:spcBef>
                <a:spcPts val="1200"/>
              </a:spcBef>
            </a:pPr>
            <a:r>
              <a:rPr lang="zh-CN" altLang="en-US" dirty="0">
                <a:latin typeface="宋体" panose="02010600030101010101" pitchFamily="2" charset="-122"/>
                <a:ea typeface="宋体" panose="02010600030101010101" pitchFamily="2" charset="-122"/>
              </a:rPr>
              <a:t>数据存取</a:t>
            </a:r>
            <a:endParaRPr lang="zh-CN" altLang="en-US" dirty="0">
              <a:latin typeface="宋体" panose="02010600030101010101" pitchFamily="2" charset="-122"/>
              <a:ea typeface="宋体" panose="02010600030101010101" pitchFamily="2" charset="-122"/>
            </a:endParaRPr>
          </a:p>
          <a:p>
            <a:pPr lvl="1" algn="just" eaLnBrk="1" hangingPunct="1">
              <a:lnSpc>
                <a:spcPct val="130000"/>
              </a:lnSpc>
              <a:spcBef>
                <a:spcPts val="1200"/>
              </a:spcBef>
            </a:pPr>
            <a:r>
              <a:rPr lang="zh-CN" altLang="en-US" dirty="0">
                <a:latin typeface="宋体" panose="02010600030101010101" pitchFamily="2" charset="-122"/>
                <a:ea typeface="宋体" panose="02010600030101010101" pitchFamily="2" charset="-122"/>
              </a:rPr>
              <a:t>数据库事务管理和运行管理</a:t>
            </a:r>
            <a:endParaRPr lang="zh-CN" altLang="en-US" dirty="0">
              <a:latin typeface="宋体" panose="02010600030101010101" pitchFamily="2" charset="-122"/>
              <a:ea typeface="宋体" panose="02010600030101010101" pitchFamily="2" charset="-122"/>
            </a:endParaRPr>
          </a:p>
          <a:p>
            <a:pPr lvl="1" algn="just" eaLnBrk="1" hangingPunct="1">
              <a:lnSpc>
                <a:spcPct val="130000"/>
              </a:lnSpc>
              <a:spcBef>
                <a:spcPts val="1200"/>
              </a:spcBef>
            </a:pPr>
            <a:r>
              <a:rPr lang="zh-CN" altLang="en-US" dirty="0">
                <a:latin typeface="宋体" panose="02010600030101010101" pitchFamily="2" charset="-122"/>
                <a:ea typeface="宋体" panose="02010600030101010101" pitchFamily="2" charset="-122"/>
              </a:rPr>
              <a:t>数据库的建立和维护</a:t>
            </a:r>
            <a:endParaRPr lang="zh-CN" altLang="en-US" dirty="0">
              <a:latin typeface="宋体" panose="02010600030101010101" pitchFamily="2" charset="-122"/>
              <a:ea typeface="宋体" panose="02010600030101010101" pitchFamily="2" charset="-122"/>
            </a:endParaRPr>
          </a:p>
          <a:p>
            <a:pPr lvl="1" algn="just" eaLnBrk="1" hangingPunct="1">
              <a:lnSpc>
                <a:spcPct val="130000"/>
              </a:lnSpc>
              <a:spcBef>
                <a:spcPts val="1200"/>
              </a:spcBef>
            </a:pPr>
            <a:r>
              <a:rPr lang="zh-CN" altLang="en-US" dirty="0">
                <a:latin typeface="宋体" panose="02010600030101010101" pitchFamily="2" charset="-122"/>
                <a:ea typeface="宋体" panose="02010600030101010101" pitchFamily="2" charset="-122"/>
              </a:rPr>
              <a:t>其他功能</a:t>
            </a:r>
            <a:endParaRPr lang="zh-CN" altLang="en-US" dirty="0">
              <a:latin typeface="宋体" panose="02010600030101010101" pitchFamily="2" charset="-122"/>
              <a:ea typeface="宋体" panose="02010600030101010101" pitchFamily="2" charset="-122"/>
            </a:endParaRPr>
          </a:p>
        </p:txBody>
      </p:sp>
      <p:sp>
        <p:nvSpPr>
          <p:cNvPr id="7" name="Rectangle 2"/>
          <p:cNvSpPr txBox="1">
            <a:spLocks noChangeArrowheads="1"/>
          </p:cNvSpPr>
          <p:nvPr/>
        </p:nvSpPr>
        <p:spPr bwMode="auto">
          <a:xfrm>
            <a:off x="1703512" y="44624"/>
            <a:ext cx="8401051"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dirty="0">
                <a:latin typeface="宋体" panose="02010600030101010101" pitchFamily="2" charset="-122"/>
                <a:ea typeface="宋体" panose="02010600030101010101" pitchFamily="2" charset="-122"/>
              </a:rPr>
              <a:t>本章小结（续）</a:t>
            </a:r>
            <a:endParaRPr lang="zh-CN" altLang="en-US" sz="3600" kern="0" dirty="0">
              <a:latin typeface="宋体" panose="02010600030101010101" pitchFamily="2" charset="-122"/>
              <a:ea typeface="宋体" panose="02010600030101010101" pitchFamily="2" charset="-122"/>
            </a:endParaRPr>
          </a:p>
        </p:txBody>
      </p:sp>
    </p:spTree>
  </p:cSld>
  <p:clrMapOvr>
    <a:masterClrMapping/>
  </p:clrMapOvr>
  <p:transition spd="slow">
    <p:wipe dir="d"/>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259" name="Rectangle 3"/>
          <p:cNvSpPr>
            <a:spLocks noGrp="1" noChangeArrowheads="1"/>
          </p:cNvSpPr>
          <p:nvPr>
            <p:ph type="body" idx="1"/>
          </p:nvPr>
        </p:nvSpPr>
        <p:spPr>
          <a:xfrm>
            <a:off x="1901826" y="1412776"/>
            <a:ext cx="7696200" cy="2927227"/>
          </a:xfrm>
        </p:spPr>
        <p:txBody>
          <a:bodyPr>
            <a:normAutofit lnSpcReduction="10000"/>
          </a:bodyPr>
          <a:lstStyle/>
          <a:p>
            <a:pPr eaLnBrk="1" hangingPunct="1">
              <a:spcBef>
                <a:spcPct val="30000"/>
              </a:spcBef>
            </a:pPr>
            <a:r>
              <a:rPr lang="zh-CN" altLang="en-US" dirty="0">
                <a:latin typeface="宋体" panose="02010600030101010101" pitchFamily="2" charset="-122"/>
              </a:rPr>
              <a:t>数据库管理系统的层次结构</a:t>
            </a:r>
            <a:endParaRPr lang="zh-CN" altLang="en-US" dirty="0">
              <a:latin typeface="宋体" panose="02010600030101010101" pitchFamily="2" charset="-122"/>
            </a:endParaRPr>
          </a:p>
          <a:p>
            <a:pPr lvl="1" algn="just" eaLnBrk="1" hangingPunct="1">
              <a:lnSpc>
                <a:spcPct val="150000"/>
              </a:lnSpc>
            </a:pPr>
            <a:r>
              <a:rPr lang="zh-CN" altLang="en-US" dirty="0">
                <a:latin typeface="宋体" panose="02010600030101010101" pitchFamily="2" charset="-122"/>
                <a:ea typeface="宋体" panose="02010600030101010101" pitchFamily="2" charset="-122"/>
              </a:rPr>
              <a:t>应用层</a:t>
            </a:r>
            <a:endParaRPr lang="en-US" altLang="zh-CN" dirty="0">
              <a:latin typeface="宋体" panose="02010600030101010101" pitchFamily="2" charset="-122"/>
              <a:ea typeface="宋体" panose="02010600030101010101" pitchFamily="2" charset="-122"/>
            </a:endParaRPr>
          </a:p>
          <a:p>
            <a:pPr lvl="1" algn="just" eaLnBrk="1" hangingPunct="1">
              <a:lnSpc>
                <a:spcPct val="150000"/>
              </a:lnSpc>
            </a:pPr>
            <a:r>
              <a:rPr lang="zh-CN" altLang="en-US" dirty="0">
                <a:latin typeface="宋体" panose="02010600030101010101" pitchFamily="2" charset="-122"/>
                <a:ea typeface="宋体" panose="02010600030101010101" pitchFamily="2" charset="-122"/>
              </a:rPr>
              <a:t>语言处理层</a:t>
            </a:r>
            <a:endParaRPr lang="zh-CN" altLang="en-US" b="0" dirty="0">
              <a:latin typeface="宋体" panose="02010600030101010101" pitchFamily="2" charset="-122"/>
              <a:ea typeface="宋体" panose="02010600030101010101" pitchFamily="2" charset="-122"/>
            </a:endParaRPr>
          </a:p>
          <a:p>
            <a:pPr lvl="1" algn="just" eaLnBrk="1" hangingPunct="1">
              <a:lnSpc>
                <a:spcPct val="150000"/>
              </a:lnSpc>
            </a:pPr>
            <a:r>
              <a:rPr lang="zh-CN" altLang="en-US" dirty="0">
                <a:latin typeface="宋体" panose="02010600030101010101" pitchFamily="2" charset="-122"/>
                <a:ea typeface="宋体" panose="02010600030101010101" pitchFamily="2" charset="-122"/>
              </a:rPr>
              <a:t>数据存取层</a:t>
            </a:r>
            <a:endParaRPr lang="zh-CN" altLang="en-US" b="0" dirty="0">
              <a:latin typeface="宋体" panose="02010600030101010101" pitchFamily="2" charset="-122"/>
              <a:ea typeface="宋体" panose="02010600030101010101" pitchFamily="2" charset="-122"/>
            </a:endParaRPr>
          </a:p>
          <a:p>
            <a:pPr lvl="1" algn="just" eaLnBrk="1" hangingPunct="1">
              <a:lnSpc>
                <a:spcPct val="150000"/>
              </a:lnSpc>
            </a:pPr>
            <a:r>
              <a:rPr lang="zh-CN" altLang="en-US" dirty="0">
                <a:latin typeface="宋体" panose="02010600030101010101" pitchFamily="2" charset="-122"/>
                <a:ea typeface="宋体" panose="02010600030101010101" pitchFamily="2" charset="-122"/>
              </a:rPr>
              <a:t>数据存储层</a:t>
            </a:r>
            <a:endParaRPr lang="zh-CN" altLang="en-US" b="0" dirty="0">
              <a:latin typeface="宋体" panose="02010600030101010101" pitchFamily="2" charset="-122"/>
              <a:ea typeface="宋体" panose="02010600030101010101" pitchFamily="2" charset="-122"/>
            </a:endParaRPr>
          </a:p>
        </p:txBody>
      </p:sp>
      <p:sp>
        <p:nvSpPr>
          <p:cNvPr id="6" name="Rectangle 2"/>
          <p:cNvSpPr txBox="1">
            <a:spLocks noChangeArrowheads="1"/>
          </p:cNvSpPr>
          <p:nvPr/>
        </p:nvSpPr>
        <p:spPr bwMode="auto">
          <a:xfrm>
            <a:off x="1588958" y="44624"/>
            <a:ext cx="8515606"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a:lstStyle>
          <a:p>
            <a:pPr eaLnBrk="1" hangingPunct="1"/>
            <a:r>
              <a:rPr lang="zh-CN" altLang="en-US" sz="3600" kern="0">
                <a:latin typeface="宋体 (标题)"/>
                <a:ea typeface="宋体" panose="02010600030101010101" pitchFamily="2" charset="-122"/>
              </a:rPr>
              <a:t>本章小结</a:t>
            </a:r>
            <a:r>
              <a:rPr lang="zh-CN" altLang="en-US" sz="3600" kern="0" dirty="0">
                <a:latin typeface="宋体 (标题)"/>
                <a:ea typeface="宋体" panose="02010600030101010101" pitchFamily="2" charset="-122"/>
              </a:rPr>
              <a:t>（续）</a:t>
            </a:r>
            <a:endParaRPr lang="zh-CN" altLang="en-US" sz="3600" kern="0" dirty="0">
              <a:latin typeface="宋体 (标题)"/>
              <a:ea typeface="宋体" panose="02010600030101010101" pitchFamily="2" charset="-122"/>
            </a:endParaRPr>
          </a:p>
        </p:txBody>
      </p:sp>
    </p:spTree>
  </p:cSld>
  <p:clrMapOvr>
    <a:masterClrMapping/>
  </p:clrMapOvr>
  <p:transition spd="slow">
    <p:wipe dir="d"/>
  </p:transition>
</p:sld>
</file>

<file path=ppt/tags/tag1.xml><?xml version="1.0" encoding="utf-8"?>
<p:tagLst xmlns:p="http://schemas.openxmlformats.org/presentationml/2006/main">
  <p:tag name="COMMONDATA" val="eyJoZGlkIjoiZDA1YTJkMjc1YTA2MTBhYmRkODIyNTJiN2E3YTU2MWQifQ=="/>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7571</Words>
  <Application>WPS 演示</Application>
  <PresentationFormat>宽屏</PresentationFormat>
  <Paragraphs>783</Paragraphs>
  <Slides>73</Slides>
  <Notes>63</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73</vt:i4>
      </vt:variant>
    </vt:vector>
  </HeadingPairs>
  <TitlesOfParts>
    <vt:vector size="85" baseType="lpstr">
      <vt:lpstr>Arial</vt:lpstr>
      <vt:lpstr>宋体</vt:lpstr>
      <vt:lpstr>Wingdings</vt:lpstr>
      <vt:lpstr>Times New Roman</vt:lpstr>
      <vt:lpstr>华文琥珀</vt:lpstr>
      <vt:lpstr>Calibri</vt:lpstr>
      <vt:lpstr>黑体</vt:lpstr>
      <vt:lpstr>Times-Roman</vt:lpstr>
      <vt:lpstr>隶书</vt:lpstr>
      <vt:lpstr>宋体 (标题)</vt:lpstr>
      <vt:lpstr>微软雅黑</vt:lpstr>
      <vt:lpstr>Office 主题​​</vt:lpstr>
      <vt:lpstr>PowerPoint 演示文稿</vt:lpstr>
      <vt:lpstr>第13章  导读</vt:lpstr>
      <vt:lpstr>第13章  数据库管理系统概述</vt:lpstr>
      <vt:lpstr>13.1 数据库管理系统的基本功能</vt:lpstr>
      <vt:lpstr>1. 数据库定义和创建</vt:lpstr>
      <vt:lpstr>2. 数据组织、管理和存储</vt:lpstr>
      <vt:lpstr>3. 数据存取</vt:lpstr>
      <vt:lpstr>4.  数据库事务管理和运行管理</vt:lpstr>
      <vt:lpstr>5.数据库的建立和维护</vt:lpstr>
      <vt:lpstr>6. 其他功能 </vt:lpstr>
      <vt:lpstr>第13章  数据库管理系统概述</vt:lpstr>
      <vt:lpstr>13.2 数据库管理系统的系统结构</vt:lpstr>
      <vt:lpstr>13.2.1  数据库管理系统的层次结构</vt:lpstr>
      <vt:lpstr>最上层：应用层</vt:lpstr>
      <vt:lpstr>第二层：语言处理层</vt:lpstr>
      <vt:lpstr>第三层：数据存取层</vt:lpstr>
      <vt:lpstr>第四层：数据存储层</vt:lpstr>
      <vt:lpstr>13.2 数据库管理系统的系统结构</vt:lpstr>
      <vt:lpstr>PowerPoint 演示文稿</vt:lpstr>
      <vt:lpstr>PowerPoint 演示文稿</vt:lpstr>
      <vt:lpstr>PowerPoint 演示文稿</vt:lpstr>
      <vt:lpstr>PowerPoint 演示文稿</vt:lpstr>
      <vt:lpstr>PowerPoint 演示文稿</vt:lpstr>
      <vt:lpstr>第13章  数据库管理系统概述</vt:lpstr>
      <vt:lpstr>13.3 语言处理层</vt:lpstr>
      <vt:lpstr>13.3 语言处理层</vt:lpstr>
      <vt:lpstr>PowerPoint 演示文稿</vt:lpstr>
      <vt:lpstr>语言处理层（续）</vt:lpstr>
      <vt:lpstr>PowerPoint 演示文稿</vt:lpstr>
      <vt:lpstr>PowerPoint 演示文稿</vt:lpstr>
      <vt:lpstr>第13章  数据库管理系统概述</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1.记录存取子系统：按某个属性值直接取一个元组和顺序取一个元组的存取原语</vt:lpstr>
      <vt:lpstr>1.事务管理子系统：定义和控制事务的操作</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第13章  数据库管理系统概述</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第13章  数据库管理系统概述</vt:lpstr>
      <vt:lpstr>PowerPoint 演示文稿</vt:lpstr>
      <vt:lpstr>PowerPoint 演示文稿</vt:lpstr>
      <vt:lpstr>PowerPoint 演示文稿</vt:lpstr>
      <vt:lpstr>PowerPoint 演示文稿</vt:lpstr>
      <vt:lpstr>PowerPoint 演示文稿</vt:lpstr>
      <vt:lpstr>第13章  数据库管理系统概述</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jiao</dc:creator>
  <cp:lastModifiedBy>张书豪</cp:lastModifiedBy>
  <cp:revision>471</cp:revision>
  <cp:lastPrinted>2022-11-08T08:11:00Z</cp:lastPrinted>
  <dcterms:created xsi:type="dcterms:W3CDTF">2022-11-08T08:11:00Z</dcterms:created>
  <dcterms:modified xsi:type="dcterms:W3CDTF">2026-10-28T05:14:57Z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4337A13AC07445B38C0B0611B1BFCF31</vt:lpwstr>
  </property>
  <property fmtid="{D5CDD505-2E9C-101B-9397-08002B2CF9AE}" pid="3" name="KSOProductBuildVer">
    <vt:lpwstr>2052-12.1.0.29161</vt:lpwstr>
  </property>
</Properties>
</file>